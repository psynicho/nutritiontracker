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  <p:sldMasterId id="21474837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F11831-19EE-4C9D-A262-418C5B0DA62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C348C2D-F2C2-4CBF-A856-D30B4C41DCD4}">
      <dgm:prSet/>
      <dgm:spPr/>
      <dgm:t>
        <a:bodyPr/>
        <a:lstStyle/>
        <a:p>
          <a:pPr>
            <a:defRPr cap="all"/>
          </a:pPr>
          <a:r>
            <a:rPr lang="en-US" baseline="0"/>
            <a:t>Traditional diet logging (paper/spreadsheets) → inefficient &amp; error-prone</a:t>
          </a:r>
          <a:endParaRPr lang="en-US"/>
        </a:p>
      </dgm:t>
    </dgm:pt>
    <dgm:pt modelId="{6275CC1E-0B39-46E0-B8A1-3697E224EA1D}" type="parTrans" cxnId="{674DDCC9-A016-4352-9A02-059AE3AF67B3}">
      <dgm:prSet/>
      <dgm:spPr/>
      <dgm:t>
        <a:bodyPr/>
        <a:lstStyle/>
        <a:p>
          <a:endParaRPr lang="en-US"/>
        </a:p>
      </dgm:t>
    </dgm:pt>
    <dgm:pt modelId="{FDAA1B91-32C5-4AFE-AB9F-A86E267E029E}" type="sibTrans" cxnId="{674DDCC9-A016-4352-9A02-059AE3AF67B3}">
      <dgm:prSet/>
      <dgm:spPr/>
      <dgm:t>
        <a:bodyPr/>
        <a:lstStyle/>
        <a:p>
          <a:endParaRPr lang="en-US"/>
        </a:p>
      </dgm:t>
    </dgm:pt>
    <dgm:pt modelId="{B8FE7077-99E7-4B54-BA3E-BE9899BAC0E6}">
      <dgm:prSet/>
      <dgm:spPr/>
      <dgm:t>
        <a:bodyPr/>
        <a:lstStyle/>
        <a:p>
          <a:pPr>
            <a:defRPr cap="all"/>
          </a:pPr>
          <a:r>
            <a:rPr lang="en-US" baseline="0"/>
            <a:t>Nutrition Tracker: centralized platform for recording food intake</a:t>
          </a:r>
          <a:endParaRPr lang="en-US"/>
        </a:p>
      </dgm:t>
    </dgm:pt>
    <dgm:pt modelId="{38A90937-9656-4C80-A25A-9B999F5189D2}" type="parTrans" cxnId="{A07583B7-8235-478F-9D33-3B9D090A1537}">
      <dgm:prSet/>
      <dgm:spPr/>
      <dgm:t>
        <a:bodyPr/>
        <a:lstStyle/>
        <a:p>
          <a:endParaRPr lang="en-US"/>
        </a:p>
      </dgm:t>
    </dgm:pt>
    <dgm:pt modelId="{1DA86252-7D80-49EC-81C0-2E01E23B53BA}" type="sibTrans" cxnId="{A07583B7-8235-478F-9D33-3B9D090A1537}">
      <dgm:prSet/>
      <dgm:spPr/>
      <dgm:t>
        <a:bodyPr/>
        <a:lstStyle/>
        <a:p>
          <a:endParaRPr lang="en-US"/>
        </a:p>
      </dgm:t>
    </dgm:pt>
    <dgm:pt modelId="{C378B38D-2DE5-4E02-88FA-F921A70D13E1}">
      <dgm:prSet/>
      <dgm:spPr/>
      <dgm:t>
        <a:bodyPr/>
        <a:lstStyle/>
        <a:p>
          <a:pPr>
            <a:defRPr cap="all"/>
          </a:pPr>
          <a:r>
            <a:rPr lang="en-US" baseline="0"/>
            <a:t>Provides daily summaries, history tracking, and admin oversight</a:t>
          </a:r>
          <a:endParaRPr lang="en-US"/>
        </a:p>
      </dgm:t>
    </dgm:pt>
    <dgm:pt modelId="{586DC843-6978-4738-96B0-473F1AEDB83C}" type="parTrans" cxnId="{B30E20AA-3C4A-463B-9DD8-73C491A24CBB}">
      <dgm:prSet/>
      <dgm:spPr/>
      <dgm:t>
        <a:bodyPr/>
        <a:lstStyle/>
        <a:p>
          <a:endParaRPr lang="en-US"/>
        </a:p>
      </dgm:t>
    </dgm:pt>
    <dgm:pt modelId="{08292961-881F-406F-B135-550E9A04083E}" type="sibTrans" cxnId="{B30E20AA-3C4A-463B-9DD8-73C491A24CBB}">
      <dgm:prSet/>
      <dgm:spPr/>
      <dgm:t>
        <a:bodyPr/>
        <a:lstStyle/>
        <a:p>
          <a:endParaRPr lang="en-US"/>
        </a:p>
      </dgm:t>
    </dgm:pt>
    <dgm:pt modelId="{3B9B4FC5-9660-42B2-855A-0C15CB6118D5}" type="pres">
      <dgm:prSet presAssocID="{6EF11831-19EE-4C9D-A262-418C5B0DA62E}" presName="root" presStyleCnt="0">
        <dgm:presLayoutVars>
          <dgm:dir/>
          <dgm:resizeHandles val="exact"/>
        </dgm:presLayoutVars>
      </dgm:prSet>
      <dgm:spPr/>
    </dgm:pt>
    <dgm:pt modelId="{4E0C36ED-ABD8-4453-A95B-019C1CC3C2BA}" type="pres">
      <dgm:prSet presAssocID="{4C348C2D-F2C2-4CBF-A856-D30B4C41DCD4}" presName="compNode" presStyleCnt="0"/>
      <dgm:spPr/>
    </dgm:pt>
    <dgm:pt modelId="{FB8B9645-5C1A-417F-AD22-7046547B022E}" type="pres">
      <dgm:prSet presAssocID="{4C348C2D-F2C2-4CBF-A856-D30B4C41DCD4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C76AA1F-D6A0-4CF9-A4E9-FFA5A851461F}" type="pres">
      <dgm:prSet presAssocID="{4C348C2D-F2C2-4CBF-A856-D30B4C41DCD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DA1BB3BA-9D42-4DC8-AFFB-5BA5D3F4FC9F}" type="pres">
      <dgm:prSet presAssocID="{4C348C2D-F2C2-4CBF-A856-D30B4C41DCD4}" presName="spaceRect" presStyleCnt="0"/>
      <dgm:spPr/>
    </dgm:pt>
    <dgm:pt modelId="{F892FDD5-F26B-49A3-ABE7-0AEDB4EB57EE}" type="pres">
      <dgm:prSet presAssocID="{4C348C2D-F2C2-4CBF-A856-D30B4C41DCD4}" presName="textRect" presStyleLbl="revTx" presStyleIdx="0" presStyleCnt="3">
        <dgm:presLayoutVars>
          <dgm:chMax val="1"/>
          <dgm:chPref val="1"/>
        </dgm:presLayoutVars>
      </dgm:prSet>
      <dgm:spPr/>
    </dgm:pt>
    <dgm:pt modelId="{9E9C7700-764B-4411-A247-77647C23A6E0}" type="pres">
      <dgm:prSet presAssocID="{FDAA1B91-32C5-4AFE-AB9F-A86E267E029E}" presName="sibTrans" presStyleCnt="0"/>
      <dgm:spPr/>
    </dgm:pt>
    <dgm:pt modelId="{FCDE7D50-71F6-4C92-882A-7A8E21C85813}" type="pres">
      <dgm:prSet presAssocID="{B8FE7077-99E7-4B54-BA3E-BE9899BAC0E6}" presName="compNode" presStyleCnt="0"/>
      <dgm:spPr/>
    </dgm:pt>
    <dgm:pt modelId="{15F33DEF-938E-4371-A7A3-49F2D44B45ED}" type="pres">
      <dgm:prSet presAssocID="{B8FE7077-99E7-4B54-BA3E-BE9899BAC0E6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E5DE64E-263B-444A-8ED7-FD403B3A82CC}" type="pres">
      <dgm:prSet presAssocID="{B8FE7077-99E7-4B54-BA3E-BE9899BAC0E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73FADDDB-21DB-497A-89EE-F04488F67ADD}" type="pres">
      <dgm:prSet presAssocID="{B8FE7077-99E7-4B54-BA3E-BE9899BAC0E6}" presName="spaceRect" presStyleCnt="0"/>
      <dgm:spPr/>
    </dgm:pt>
    <dgm:pt modelId="{993100D5-DC6D-4BCA-817A-9851EDC6FDB4}" type="pres">
      <dgm:prSet presAssocID="{B8FE7077-99E7-4B54-BA3E-BE9899BAC0E6}" presName="textRect" presStyleLbl="revTx" presStyleIdx="1" presStyleCnt="3">
        <dgm:presLayoutVars>
          <dgm:chMax val="1"/>
          <dgm:chPref val="1"/>
        </dgm:presLayoutVars>
      </dgm:prSet>
      <dgm:spPr/>
    </dgm:pt>
    <dgm:pt modelId="{0FAF6370-EA8A-4F06-9A87-098744CB62A3}" type="pres">
      <dgm:prSet presAssocID="{1DA86252-7D80-49EC-81C0-2E01E23B53BA}" presName="sibTrans" presStyleCnt="0"/>
      <dgm:spPr/>
    </dgm:pt>
    <dgm:pt modelId="{7E4116DD-3CCE-47D5-AB5B-9D066BF26264}" type="pres">
      <dgm:prSet presAssocID="{C378B38D-2DE5-4E02-88FA-F921A70D13E1}" presName="compNode" presStyleCnt="0"/>
      <dgm:spPr/>
    </dgm:pt>
    <dgm:pt modelId="{37E83559-64BC-4951-A979-E01C7DFE22D7}" type="pres">
      <dgm:prSet presAssocID="{C378B38D-2DE5-4E02-88FA-F921A70D13E1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A294068-8786-47F5-B855-95289A50B564}" type="pres">
      <dgm:prSet presAssocID="{C378B38D-2DE5-4E02-88FA-F921A70D13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7EDF0D1-AB3D-40C0-94B8-E7B1E34F9AD3}" type="pres">
      <dgm:prSet presAssocID="{C378B38D-2DE5-4E02-88FA-F921A70D13E1}" presName="spaceRect" presStyleCnt="0"/>
      <dgm:spPr/>
    </dgm:pt>
    <dgm:pt modelId="{F55BDCEB-C163-4151-82DA-BDE79E63F36C}" type="pres">
      <dgm:prSet presAssocID="{C378B38D-2DE5-4E02-88FA-F921A70D13E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7993531-D22D-40C0-9715-5EF36A2555E8}" type="presOf" srcId="{B8FE7077-99E7-4B54-BA3E-BE9899BAC0E6}" destId="{993100D5-DC6D-4BCA-817A-9851EDC6FDB4}" srcOrd="0" destOrd="0" presId="urn:microsoft.com/office/officeart/2018/5/layout/IconLeafLabelList"/>
    <dgm:cxn modelId="{719E5D51-E38F-40F7-B594-0C18726B8C13}" type="presOf" srcId="{6EF11831-19EE-4C9D-A262-418C5B0DA62E}" destId="{3B9B4FC5-9660-42B2-855A-0C15CB6118D5}" srcOrd="0" destOrd="0" presId="urn:microsoft.com/office/officeart/2018/5/layout/IconLeafLabelList"/>
    <dgm:cxn modelId="{5C14307F-9FDB-4CAF-B929-5BC819994A46}" type="presOf" srcId="{C378B38D-2DE5-4E02-88FA-F921A70D13E1}" destId="{F55BDCEB-C163-4151-82DA-BDE79E63F36C}" srcOrd="0" destOrd="0" presId="urn:microsoft.com/office/officeart/2018/5/layout/IconLeafLabelList"/>
    <dgm:cxn modelId="{B30E20AA-3C4A-463B-9DD8-73C491A24CBB}" srcId="{6EF11831-19EE-4C9D-A262-418C5B0DA62E}" destId="{C378B38D-2DE5-4E02-88FA-F921A70D13E1}" srcOrd="2" destOrd="0" parTransId="{586DC843-6978-4738-96B0-473F1AEDB83C}" sibTransId="{08292961-881F-406F-B135-550E9A04083E}"/>
    <dgm:cxn modelId="{A07583B7-8235-478F-9D33-3B9D090A1537}" srcId="{6EF11831-19EE-4C9D-A262-418C5B0DA62E}" destId="{B8FE7077-99E7-4B54-BA3E-BE9899BAC0E6}" srcOrd="1" destOrd="0" parTransId="{38A90937-9656-4C80-A25A-9B999F5189D2}" sibTransId="{1DA86252-7D80-49EC-81C0-2E01E23B53BA}"/>
    <dgm:cxn modelId="{674DDCC9-A016-4352-9A02-059AE3AF67B3}" srcId="{6EF11831-19EE-4C9D-A262-418C5B0DA62E}" destId="{4C348C2D-F2C2-4CBF-A856-D30B4C41DCD4}" srcOrd="0" destOrd="0" parTransId="{6275CC1E-0B39-46E0-B8A1-3697E224EA1D}" sibTransId="{FDAA1B91-32C5-4AFE-AB9F-A86E267E029E}"/>
    <dgm:cxn modelId="{C2EE8CFC-C963-4FF8-9400-79275B817D0B}" type="presOf" srcId="{4C348C2D-F2C2-4CBF-A856-D30B4C41DCD4}" destId="{F892FDD5-F26B-49A3-ABE7-0AEDB4EB57EE}" srcOrd="0" destOrd="0" presId="urn:microsoft.com/office/officeart/2018/5/layout/IconLeafLabelList"/>
    <dgm:cxn modelId="{611886DF-6A38-4CB1-A8A5-7B09C40DEF4A}" type="presParOf" srcId="{3B9B4FC5-9660-42B2-855A-0C15CB6118D5}" destId="{4E0C36ED-ABD8-4453-A95B-019C1CC3C2BA}" srcOrd="0" destOrd="0" presId="urn:microsoft.com/office/officeart/2018/5/layout/IconLeafLabelList"/>
    <dgm:cxn modelId="{148A1188-35CB-47AE-A747-5789057F5EF5}" type="presParOf" srcId="{4E0C36ED-ABD8-4453-A95B-019C1CC3C2BA}" destId="{FB8B9645-5C1A-417F-AD22-7046547B022E}" srcOrd="0" destOrd="0" presId="urn:microsoft.com/office/officeart/2018/5/layout/IconLeafLabelList"/>
    <dgm:cxn modelId="{A6CD6ACF-D98F-4668-96C4-2D666067B26D}" type="presParOf" srcId="{4E0C36ED-ABD8-4453-A95B-019C1CC3C2BA}" destId="{BC76AA1F-D6A0-4CF9-A4E9-FFA5A851461F}" srcOrd="1" destOrd="0" presId="urn:microsoft.com/office/officeart/2018/5/layout/IconLeafLabelList"/>
    <dgm:cxn modelId="{6B822561-BFD5-4F31-8A67-982279C01EE4}" type="presParOf" srcId="{4E0C36ED-ABD8-4453-A95B-019C1CC3C2BA}" destId="{DA1BB3BA-9D42-4DC8-AFFB-5BA5D3F4FC9F}" srcOrd="2" destOrd="0" presId="urn:microsoft.com/office/officeart/2018/5/layout/IconLeafLabelList"/>
    <dgm:cxn modelId="{CBACFECA-7A0F-416B-8F84-D55643F863D3}" type="presParOf" srcId="{4E0C36ED-ABD8-4453-A95B-019C1CC3C2BA}" destId="{F892FDD5-F26B-49A3-ABE7-0AEDB4EB57EE}" srcOrd="3" destOrd="0" presId="urn:microsoft.com/office/officeart/2018/5/layout/IconLeafLabelList"/>
    <dgm:cxn modelId="{09E74785-5E66-44B2-B40F-D39571181D78}" type="presParOf" srcId="{3B9B4FC5-9660-42B2-855A-0C15CB6118D5}" destId="{9E9C7700-764B-4411-A247-77647C23A6E0}" srcOrd="1" destOrd="0" presId="urn:microsoft.com/office/officeart/2018/5/layout/IconLeafLabelList"/>
    <dgm:cxn modelId="{162688BB-EE97-43E8-9C84-372D5A3882B0}" type="presParOf" srcId="{3B9B4FC5-9660-42B2-855A-0C15CB6118D5}" destId="{FCDE7D50-71F6-4C92-882A-7A8E21C85813}" srcOrd="2" destOrd="0" presId="urn:microsoft.com/office/officeart/2018/5/layout/IconLeafLabelList"/>
    <dgm:cxn modelId="{D0A60AC0-1184-4BDC-990D-4FEA34161B59}" type="presParOf" srcId="{FCDE7D50-71F6-4C92-882A-7A8E21C85813}" destId="{15F33DEF-938E-4371-A7A3-49F2D44B45ED}" srcOrd="0" destOrd="0" presId="urn:microsoft.com/office/officeart/2018/5/layout/IconLeafLabelList"/>
    <dgm:cxn modelId="{94858BD5-204E-447B-BD6F-1B0FF2F49921}" type="presParOf" srcId="{FCDE7D50-71F6-4C92-882A-7A8E21C85813}" destId="{BE5DE64E-263B-444A-8ED7-FD403B3A82CC}" srcOrd="1" destOrd="0" presId="urn:microsoft.com/office/officeart/2018/5/layout/IconLeafLabelList"/>
    <dgm:cxn modelId="{E68F6699-B7E3-4231-9FA7-C159F29222B2}" type="presParOf" srcId="{FCDE7D50-71F6-4C92-882A-7A8E21C85813}" destId="{73FADDDB-21DB-497A-89EE-F04488F67ADD}" srcOrd="2" destOrd="0" presId="urn:microsoft.com/office/officeart/2018/5/layout/IconLeafLabelList"/>
    <dgm:cxn modelId="{24F09A30-7F79-4EFB-974D-E3AEEDD67163}" type="presParOf" srcId="{FCDE7D50-71F6-4C92-882A-7A8E21C85813}" destId="{993100D5-DC6D-4BCA-817A-9851EDC6FDB4}" srcOrd="3" destOrd="0" presId="urn:microsoft.com/office/officeart/2018/5/layout/IconLeafLabelList"/>
    <dgm:cxn modelId="{D26F0DCA-600B-45AF-B1A9-A31827269864}" type="presParOf" srcId="{3B9B4FC5-9660-42B2-855A-0C15CB6118D5}" destId="{0FAF6370-EA8A-4F06-9A87-098744CB62A3}" srcOrd="3" destOrd="0" presId="urn:microsoft.com/office/officeart/2018/5/layout/IconLeafLabelList"/>
    <dgm:cxn modelId="{5AC7828F-22B1-4FAA-B502-950A1BFD14DD}" type="presParOf" srcId="{3B9B4FC5-9660-42B2-855A-0C15CB6118D5}" destId="{7E4116DD-3CCE-47D5-AB5B-9D066BF26264}" srcOrd="4" destOrd="0" presId="urn:microsoft.com/office/officeart/2018/5/layout/IconLeafLabelList"/>
    <dgm:cxn modelId="{75DAEB43-B457-4853-BDBA-B7960C45C071}" type="presParOf" srcId="{7E4116DD-3CCE-47D5-AB5B-9D066BF26264}" destId="{37E83559-64BC-4951-A979-E01C7DFE22D7}" srcOrd="0" destOrd="0" presId="urn:microsoft.com/office/officeart/2018/5/layout/IconLeafLabelList"/>
    <dgm:cxn modelId="{562B153A-31CF-4EE2-93E4-535200432936}" type="presParOf" srcId="{7E4116DD-3CCE-47D5-AB5B-9D066BF26264}" destId="{EA294068-8786-47F5-B855-95289A50B564}" srcOrd="1" destOrd="0" presId="urn:microsoft.com/office/officeart/2018/5/layout/IconLeafLabelList"/>
    <dgm:cxn modelId="{FDA41DB2-2C42-4027-9294-0DE619EDD859}" type="presParOf" srcId="{7E4116DD-3CCE-47D5-AB5B-9D066BF26264}" destId="{87EDF0D1-AB3D-40C0-94B8-E7B1E34F9AD3}" srcOrd="2" destOrd="0" presId="urn:microsoft.com/office/officeart/2018/5/layout/IconLeafLabelList"/>
    <dgm:cxn modelId="{07BA0EE6-15A3-4B2E-B058-9EEE341BEE5A}" type="presParOf" srcId="{7E4116DD-3CCE-47D5-AB5B-9D066BF26264}" destId="{F55BDCEB-C163-4151-82DA-BDE79E63F36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4971CF-6B5C-4C51-843D-572084E2359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082E086B-05A6-4DB9-B1EB-1996740CC92D}">
      <dgm:prSet/>
      <dgm:spPr/>
      <dgm:t>
        <a:bodyPr/>
        <a:lstStyle/>
        <a:p>
          <a:r>
            <a:rPr lang="en-US" baseline="0"/>
            <a:t>Manual calculations → frequent errors</a:t>
          </a:r>
          <a:endParaRPr lang="en-US"/>
        </a:p>
      </dgm:t>
    </dgm:pt>
    <dgm:pt modelId="{73CCFFC6-3416-4978-ADA8-CCA32923EB2A}" type="parTrans" cxnId="{0A5A5748-5C9A-4900-9E26-47CD4FE62980}">
      <dgm:prSet/>
      <dgm:spPr/>
      <dgm:t>
        <a:bodyPr/>
        <a:lstStyle/>
        <a:p>
          <a:endParaRPr lang="en-US"/>
        </a:p>
      </dgm:t>
    </dgm:pt>
    <dgm:pt modelId="{D407AFDE-34FB-4B15-9CD0-E788C5EAAC1B}" type="sibTrans" cxnId="{0A5A5748-5C9A-4900-9E26-47CD4FE62980}">
      <dgm:prSet/>
      <dgm:spPr/>
      <dgm:t>
        <a:bodyPr/>
        <a:lstStyle/>
        <a:p>
          <a:endParaRPr lang="en-US"/>
        </a:p>
      </dgm:t>
    </dgm:pt>
    <dgm:pt modelId="{E11756ED-0FCE-41BE-83A7-51EDF8DE8EEA}">
      <dgm:prSet/>
      <dgm:spPr/>
      <dgm:t>
        <a:bodyPr/>
        <a:lstStyle/>
        <a:p>
          <a:r>
            <a:rPr lang="en-US" baseline="0"/>
            <a:t>Duplicate/missing records reduce motivation</a:t>
          </a:r>
          <a:endParaRPr lang="en-US"/>
        </a:p>
      </dgm:t>
    </dgm:pt>
    <dgm:pt modelId="{8FA4E86E-4641-435F-8748-7CA9C943B824}" type="parTrans" cxnId="{EE107FD7-3598-4CB9-A84E-0E782D77FBD4}">
      <dgm:prSet/>
      <dgm:spPr/>
      <dgm:t>
        <a:bodyPr/>
        <a:lstStyle/>
        <a:p>
          <a:endParaRPr lang="en-US"/>
        </a:p>
      </dgm:t>
    </dgm:pt>
    <dgm:pt modelId="{2936E510-516F-4126-AD9D-5714492492F0}" type="sibTrans" cxnId="{EE107FD7-3598-4CB9-A84E-0E782D77FBD4}">
      <dgm:prSet/>
      <dgm:spPr/>
      <dgm:t>
        <a:bodyPr/>
        <a:lstStyle/>
        <a:p>
          <a:endParaRPr lang="en-US"/>
        </a:p>
      </dgm:t>
    </dgm:pt>
    <dgm:pt modelId="{8EA62FA5-B1B1-47EA-95AC-27969C73B16A}">
      <dgm:prSet/>
      <dgm:spPr/>
      <dgm:t>
        <a:bodyPr/>
        <a:lstStyle/>
        <a:p>
          <a:r>
            <a:rPr lang="en-US" baseline="0"/>
            <a:t>Hard to track continuous/cumulative progress</a:t>
          </a:r>
          <a:endParaRPr lang="en-US"/>
        </a:p>
      </dgm:t>
    </dgm:pt>
    <dgm:pt modelId="{8D3247F0-F4DC-427E-9101-A81A94FCE7E4}" type="parTrans" cxnId="{B639F5E9-3D98-4124-B0EC-C6E9262C2E88}">
      <dgm:prSet/>
      <dgm:spPr/>
      <dgm:t>
        <a:bodyPr/>
        <a:lstStyle/>
        <a:p>
          <a:endParaRPr lang="en-US"/>
        </a:p>
      </dgm:t>
    </dgm:pt>
    <dgm:pt modelId="{B9FE738B-A3A8-41D2-9D4F-7CFD3A6D0351}" type="sibTrans" cxnId="{B639F5E9-3D98-4124-B0EC-C6E9262C2E88}">
      <dgm:prSet/>
      <dgm:spPr/>
      <dgm:t>
        <a:bodyPr/>
        <a:lstStyle/>
        <a:p>
          <a:endParaRPr lang="en-US"/>
        </a:p>
      </dgm:t>
    </dgm:pt>
    <dgm:pt modelId="{66A448CA-728E-4427-8A34-41562C952826}">
      <dgm:prSet/>
      <dgm:spPr/>
      <dgm:t>
        <a:bodyPr/>
        <a:lstStyle/>
        <a:p>
          <a:r>
            <a:rPr lang="en-US" baseline="0"/>
            <a:t>Lack of admin/coach oversight in traditional methods</a:t>
          </a:r>
          <a:endParaRPr lang="en-US"/>
        </a:p>
      </dgm:t>
    </dgm:pt>
    <dgm:pt modelId="{8B76F9FD-7C97-4BCC-9268-CA5B08EA71B4}" type="parTrans" cxnId="{DF4E436D-A7BE-412F-B75E-6EF254AAD5D0}">
      <dgm:prSet/>
      <dgm:spPr/>
      <dgm:t>
        <a:bodyPr/>
        <a:lstStyle/>
        <a:p>
          <a:endParaRPr lang="en-US"/>
        </a:p>
      </dgm:t>
    </dgm:pt>
    <dgm:pt modelId="{F93B558F-CEC4-4111-A997-5D72EE33441B}" type="sibTrans" cxnId="{DF4E436D-A7BE-412F-B75E-6EF254AAD5D0}">
      <dgm:prSet/>
      <dgm:spPr/>
      <dgm:t>
        <a:bodyPr/>
        <a:lstStyle/>
        <a:p>
          <a:endParaRPr lang="en-US"/>
        </a:p>
      </dgm:t>
    </dgm:pt>
    <dgm:pt modelId="{E1AC1A84-3A08-4DFC-B89B-7B97304084BB}" type="pres">
      <dgm:prSet presAssocID="{844971CF-6B5C-4C51-843D-572084E2359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CA6A83C-C5A8-40DC-B4E8-24236665776C}" type="pres">
      <dgm:prSet presAssocID="{082E086B-05A6-4DB9-B1EB-1996740CC92D}" presName="hierRoot1" presStyleCnt="0"/>
      <dgm:spPr/>
    </dgm:pt>
    <dgm:pt modelId="{E1F5F695-766A-4FDE-BA82-E3445155B674}" type="pres">
      <dgm:prSet presAssocID="{082E086B-05A6-4DB9-B1EB-1996740CC92D}" presName="composite" presStyleCnt="0"/>
      <dgm:spPr/>
    </dgm:pt>
    <dgm:pt modelId="{84495D2D-BD95-47F5-BF6C-7EBAE9154E70}" type="pres">
      <dgm:prSet presAssocID="{082E086B-05A6-4DB9-B1EB-1996740CC92D}" presName="background" presStyleLbl="node0" presStyleIdx="0" presStyleCnt="4"/>
      <dgm:spPr/>
    </dgm:pt>
    <dgm:pt modelId="{8FB0766B-EF4A-4E10-AD6F-9160B52A240B}" type="pres">
      <dgm:prSet presAssocID="{082E086B-05A6-4DB9-B1EB-1996740CC92D}" presName="text" presStyleLbl="fgAcc0" presStyleIdx="0" presStyleCnt="4">
        <dgm:presLayoutVars>
          <dgm:chPref val="3"/>
        </dgm:presLayoutVars>
      </dgm:prSet>
      <dgm:spPr/>
    </dgm:pt>
    <dgm:pt modelId="{3F498503-E09C-4C0D-A09C-E62BFC1A90AC}" type="pres">
      <dgm:prSet presAssocID="{082E086B-05A6-4DB9-B1EB-1996740CC92D}" presName="hierChild2" presStyleCnt="0"/>
      <dgm:spPr/>
    </dgm:pt>
    <dgm:pt modelId="{334525B7-67F5-471D-980F-F006E3EC1EC5}" type="pres">
      <dgm:prSet presAssocID="{E11756ED-0FCE-41BE-83A7-51EDF8DE8EEA}" presName="hierRoot1" presStyleCnt="0"/>
      <dgm:spPr/>
    </dgm:pt>
    <dgm:pt modelId="{E307E8D8-529F-49A6-B285-7498687A42BB}" type="pres">
      <dgm:prSet presAssocID="{E11756ED-0FCE-41BE-83A7-51EDF8DE8EEA}" presName="composite" presStyleCnt="0"/>
      <dgm:spPr/>
    </dgm:pt>
    <dgm:pt modelId="{7D716505-BFEA-4217-AFEB-64AAEB6C91F2}" type="pres">
      <dgm:prSet presAssocID="{E11756ED-0FCE-41BE-83A7-51EDF8DE8EEA}" presName="background" presStyleLbl="node0" presStyleIdx="1" presStyleCnt="4"/>
      <dgm:spPr/>
    </dgm:pt>
    <dgm:pt modelId="{6590C2ED-4E04-4157-8FFB-90BB360E0E23}" type="pres">
      <dgm:prSet presAssocID="{E11756ED-0FCE-41BE-83A7-51EDF8DE8EEA}" presName="text" presStyleLbl="fgAcc0" presStyleIdx="1" presStyleCnt="4">
        <dgm:presLayoutVars>
          <dgm:chPref val="3"/>
        </dgm:presLayoutVars>
      </dgm:prSet>
      <dgm:spPr/>
    </dgm:pt>
    <dgm:pt modelId="{6B01DC1A-4EBC-41E6-BE79-EE35A2F3F694}" type="pres">
      <dgm:prSet presAssocID="{E11756ED-0FCE-41BE-83A7-51EDF8DE8EEA}" presName="hierChild2" presStyleCnt="0"/>
      <dgm:spPr/>
    </dgm:pt>
    <dgm:pt modelId="{F87B3194-4ED7-4356-ADE7-3E99EA2938D2}" type="pres">
      <dgm:prSet presAssocID="{8EA62FA5-B1B1-47EA-95AC-27969C73B16A}" presName="hierRoot1" presStyleCnt="0"/>
      <dgm:spPr/>
    </dgm:pt>
    <dgm:pt modelId="{F1679319-3656-4AD9-8C84-068D793CB3DC}" type="pres">
      <dgm:prSet presAssocID="{8EA62FA5-B1B1-47EA-95AC-27969C73B16A}" presName="composite" presStyleCnt="0"/>
      <dgm:spPr/>
    </dgm:pt>
    <dgm:pt modelId="{C7A89A64-948F-4C9D-B022-E9D7817BAD6C}" type="pres">
      <dgm:prSet presAssocID="{8EA62FA5-B1B1-47EA-95AC-27969C73B16A}" presName="background" presStyleLbl="node0" presStyleIdx="2" presStyleCnt="4"/>
      <dgm:spPr/>
    </dgm:pt>
    <dgm:pt modelId="{E6885493-1A71-46CF-9708-205486E67330}" type="pres">
      <dgm:prSet presAssocID="{8EA62FA5-B1B1-47EA-95AC-27969C73B16A}" presName="text" presStyleLbl="fgAcc0" presStyleIdx="2" presStyleCnt="4">
        <dgm:presLayoutVars>
          <dgm:chPref val="3"/>
        </dgm:presLayoutVars>
      </dgm:prSet>
      <dgm:spPr/>
    </dgm:pt>
    <dgm:pt modelId="{C5C2804E-DF0E-4733-8231-ED993F54CB44}" type="pres">
      <dgm:prSet presAssocID="{8EA62FA5-B1B1-47EA-95AC-27969C73B16A}" presName="hierChild2" presStyleCnt="0"/>
      <dgm:spPr/>
    </dgm:pt>
    <dgm:pt modelId="{907DB621-2811-4EE8-B550-EB35496F0545}" type="pres">
      <dgm:prSet presAssocID="{66A448CA-728E-4427-8A34-41562C952826}" presName="hierRoot1" presStyleCnt="0"/>
      <dgm:spPr/>
    </dgm:pt>
    <dgm:pt modelId="{0DE489EC-3637-41C0-B2C5-5CB1F58C0ACF}" type="pres">
      <dgm:prSet presAssocID="{66A448CA-728E-4427-8A34-41562C952826}" presName="composite" presStyleCnt="0"/>
      <dgm:spPr/>
    </dgm:pt>
    <dgm:pt modelId="{B70F2E5B-A052-4838-9217-8D0124B96150}" type="pres">
      <dgm:prSet presAssocID="{66A448CA-728E-4427-8A34-41562C952826}" presName="background" presStyleLbl="node0" presStyleIdx="3" presStyleCnt="4"/>
      <dgm:spPr/>
    </dgm:pt>
    <dgm:pt modelId="{001C3619-BA1E-4DDF-8480-D173A94CCFF4}" type="pres">
      <dgm:prSet presAssocID="{66A448CA-728E-4427-8A34-41562C952826}" presName="text" presStyleLbl="fgAcc0" presStyleIdx="3" presStyleCnt="4">
        <dgm:presLayoutVars>
          <dgm:chPref val="3"/>
        </dgm:presLayoutVars>
      </dgm:prSet>
      <dgm:spPr/>
    </dgm:pt>
    <dgm:pt modelId="{92BB99F1-CA32-4BB8-A07A-1425F55B71AF}" type="pres">
      <dgm:prSet presAssocID="{66A448CA-728E-4427-8A34-41562C952826}" presName="hierChild2" presStyleCnt="0"/>
      <dgm:spPr/>
    </dgm:pt>
  </dgm:ptLst>
  <dgm:cxnLst>
    <dgm:cxn modelId="{C8370B22-C980-4355-82E0-A9611DC2CC07}" type="presOf" srcId="{8EA62FA5-B1B1-47EA-95AC-27969C73B16A}" destId="{E6885493-1A71-46CF-9708-205486E67330}" srcOrd="0" destOrd="0" presId="urn:microsoft.com/office/officeart/2005/8/layout/hierarchy1"/>
    <dgm:cxn modelId="{69BA3228-AE43-45DF-BBAA-D283265F4AFA}" type="presOf" srcId="{844971CF-6B5C-4C51-843D-572084E2359A}" destId="{E1AC1A84-3A08-4DFC-B89B-7B97304084BB}" srcOrd="0" destOrd="0" presId="urn:microsoft.com/office/officeart/2005/8/layout/hierarchy1"/>
    <dgm:cxn modelId="{C316913F-73E4-4F2C-9825-5A7556B1E972}" type="presOf" srcId="{E11756ED-0FCE-41BE-83A7-51EDF8DE8EEA}" destId="{6590C2ED-4E04-4157-8FFB-90BB360E0E23}" srcOrd="0" destOrd="0" presId="urn:microsoft.com/office/officeart/2005/8/layout/hierarchy1"/>
    <dgm:cxn modelId="{EACC7F43-B36C-4A65-B2C0-D03B24EB984D}" type="presOf" srcId="{082E086B-05A6-4DB9-B1EB-1996740CC92D}" destId="{8FB0766B-EF4A-4E10-AD6F-9160B52A240B}" srcOrd="0" destOrd="0" presId="urn:microsoft.com/office/officeart/2005/8/layout/hierarchy1"/>
    <dgm:cxn modelId="{0A5A5748-5C9A-4900-9E26-47CD4FE62980}" srcId="{844971CF-6B5C-4C51-843D-572084E2359A}" destId="{082E086B-05A6-4DB9-B1EB-1996740CC92D}" srcOrd="0" destOrd="0" parTransId="{73CCFFC6-3416-4978-ADA8-CCA32923EB2A}" sibTransId="{D407AFDE-34FB-4B15-9CD0-E788C5EAAC1B}"/>
    <dgm:cxn modelId="{DF4E436D-A7BE-412F-B75E-6EF254AAD5D0}" srcId="{844971CF-6B5C-4C51-843D-572084E2359A}" destId="{66A448CA-728E-4427-8A34-41562C952826}" srcOrd="3" destOrd="0" parTransId="{8B76F9FD-7C97-4BCC-9268-CA5B08EA71B4}" sibTransId="{F93B558F-CEC4-4111-A997-5D72EE33441B}"/>
    <dgm:cxn modelId="{F688C6A9-8225-47DF-887D-5F13D90DD0E5}" type="presOf" srcId="{66A448CA-728E-4427-8A34-41562C952826}" destId="{001C3619-BA1E-4DDF-8480-D173A94CCFF4}" srcOrd="0" destOrd="0" presId="urn:microsoft.com/office/officeart/2005/8/layout/hierarchy1"/>
    <dgm:cxn modelId="{EE107FD7-3598-4CB9-A84E-0E782D77FBD4}" srcId="{844971CF-6B5C-4C51-843D-572084E2359A}" destId="{E11756ED-0FCE-41BE-83A7-51EDF8DE8EEA}" srcOrd="1" destOrd="0" parTransId="{8FA4E86E-4641-435F-8748-7CA9C943B824}" sibTransId="{2936E510-516F-4126-AD9D-5714492492F0}"/>
    <dgm:cxn modelId="{B639F5E9-3D98-4124-B0EC-C6E9262C2E88}" srcId="{844971CF-6B5C-4C51-843D-572084E2359A}" destId="{8EA62FA5-B1B1-47EA-95AC-27969C73B16A}" srcOrd="2" destOrd="0" parTransId="{8D3247F0-F4DC-427E-9101-A81A94FCE7E4}" sibTransId="{B9FE738B-A3A8-41D2-9D4F-7CFD3A6D0351}"/>
    <dgm:cxn modelId="{CB1DC2A8-2BAF-4CDD-9678-320B50224737}" type="presParOf" srcId="{E1AC1A84-3A08-4DFC-B89B-7B97304084BB}" destId="{ECA6A83C-C5A8-40DC-B4E8-24236665776C}" srcOrd="0" destOrd="0" presId="urn:microsoft.com/office/officeart/2005/8/layout/hierarchy1"/>
    <dgm:cxn modelId="{CEC5C095-E41B-4C89-B0D8-B2495A5CB277}" type="presParOf" srcId="{ECA6A83C-C5A8-40DC-B4E8-24236665776C}" destId="{E1F5F695-766A-4FDE-BA82-E3445155B674}" srcOrd="0" destOrd="0" presId="urn:microsoft.com/office/officeart/2005/8/layout/hierarchy1"/>
    <dgm:cxn modelId="{DB646656-61C3-418C-B1D6-D1787B69A915}" type="presParOf" srcId="{E1F5F695-766A-4FDE-BA82-E3445155B674}" destId="{84495D2D-BD95-47F5-BF6C-7EBAE9154E70}" srcOrd="0" destOrd="0" presId="urn:microsoft.com/office/officeart/2005/8/layout/hierarchy1"/>
    <dgm:cxn modelId="{0CF7DF1D-92AF-4E2B-A3B3-825704A16FEA}" type="presParOf" srcId="{E1F5F695-766A-4FDE-BA82-E3445155B674}" destId="{8FB0766B-EF4A-4E10-AD6F-9160B52A240B}" srcOrd="1" destOrd="0" presId="urn:microsoft.com/office/officeart/2005/8/layout/hierarchy1"/>
    <dgm:cxn modelId="{5C95575E-AF63-4505-8902-F78B932E2C89}" type="presParOf" srcId="{ECA6A83C-C5A8-40DC-B4E8-24236665776C}" destId="{3F498503-E09C-4C0D-A09C-E62BFC1A90AC}" srcOrd="1" destOrd="0" presId="urn:microsoft.com/office/officeart/2005/8/layout/hierarchy1"/>
    <dgm:cxn modelId="{FD11902F-EB42-4B2A-A890-20E899ED631E}" type="presParOf" srcId="{E1AC1A84-3A08-4DFC-B89B-7B97304084BB}" destId="{334525B7-67F5-471D-980F-F006E3EC1EC5}" srcOrd="1" destOrd="0" presId="urn:microsoft.com/office/officeart/2005/8/layout/hierarchy1"/>
    <dgm:cxn modelId="{2CBB6DC7-0F25-4BE8-AE4B-9E727BDFC7A0}" type="presParOf" srcId="{334525B7-67F5-471D-980F-F006E3EC1EC5}" destId="{E307E8D8-529F-49A6-B285-7498687A42BB}" srcOrd="0" destOrd="0" presId="urn:microsoft.com/office/officeart/2005/8/layout/hierarchy1"/>
    <dgm:cxn modelId="{65695FEA-0A76-4A5E-97D0-4B311FB05A2C}" type="presParOf" srcId="{E307E8D8-529F-49A6-B285-7498687A42BB}" destId="{7D716505-BFEA-4217-AFEB-64AAEB6C91F2}" srcOrd="0" destOrd="0" presId="urn:microsoft.com/office/officeart/2005/8/layout/hierarchy1"/>
    <dgm:cxn modelId="{77FCAC46-EA79-4E0B-A015-F11147151F33}" type="presParOf" srcId="{E307E8D8-529F-49A6-B285-7498687A42BB}" destId="{6590C2ED-4E04-4157-8FFB-90BB360E0E23}" srcOrd="1" destOrd="0" presId="urn:microsoft.com/office/officeart/2005/8/layout/hierarchy1"/>
    <dgm:cxn modelId="{DD1473EE-CEDF-46E4-ABBA-EB3852915C8C}" type="presParOf" srcId="{334525B7-67F5-471D-980F-F006E3EC1EC5}" destId="{6B01DC1A-4EBC-41E6-BE79-EE35A2F3F694}" srcOrd="1" destOrd="0" presId="urn:microsoft.com/office/officeart/2005/8/layout/hierarchy1"/>
    <dgm:cxn modelId="{1BFD9434-C81E-4868-A471-A2E85C731260}" type="presParOf" srcId="{E1AC1A84-3A08-4DFC-B89B-7B97304084BB}" destId="{F87B3194-4ED7-4356-ADE7-3E99EA2938D2}" srcOrd="2" destOrd="0" presId="urn:microsoft.com/office/officeart/2005/8/layout/hierarchy1"/>
    <dgm:cxn modelId="{BB57C768-2EF7-4631-9749-F53DD59C8227}" type="presParOf" srcId="{F87B3194-4ED7-4356-ADE7-3E99EA2938D2}" destId="{F1679319-3656-4AD9-8C84-068D793CB3DC}" srcOrd="0" destOrd="0" presId="urn:microsoft.com/office/officeart/2005/8/layout/hierarchy1"/>
    <dgm:cxn modelId="{2A4C3046-CC6E-464A-85D4-08D79C8892B3}" type="presParOf" srcId="{F1679319-3656-4AD9-8C84-068D793CB3DC}" destId="{C7A89A64-948F-4C9D-B022-E9D7817BAD6C}" srcOrd="0" destOrd="0" presId="urn:microsoft.com/office/officeart/2005/8/layout/hierarchy1"/>
    <dgm:cxn modelId="{8D532693-602F-4329-9CBB-472329B3EC56}" type="presParOf" srcId="{F1679319-3656-4AD9-8C84-068D793CB3DC}" destId="{E6885493-1A71-46CF-9708-205486E67330}" srcOrd="1" destOrd="0" presId="urn:microsoft.com/office/officeart/2005/8/layout/hierarchy1"/>
    <dgm:cxn modelId="{0EFD2230-4853-4EEE-94E8-4B5D80D6B758}" type="presParOf" srcId="{F87B3194-4ED7-4356-ADE7-3E99EA2938D2}" destId="{C5C2804E-DF0E-4733-8231-ED993F54CB44}" srcOrd="1" destOrd="0" presId="urn:microsoft.com/office/officeart/2005/8/layout/hierarchy1"/>
    <dgm:cxn modelId="{812275BC-93D5-4A74-8181-5E44B3A97FC8}" type="presParOf" srcId="{E1AC1A84-3A08-4DFC-B89B-7B97304084BB}" destId="{907DB621-2811-4EE8-B550-EB35496F0545}" srcOrd="3" destOrd="0" presId="urn:microsoft.com/office/officeart/2005/8/layout/hierarchy1"/>
    <dgm:cxn modelId="{53F6C854-3A1E-4B1A-A885-E50AF9FBC4D6}" type="presParOf" srcId="{907DB621-2811-4EE8-B550-EB35496F0545}" destId="{0DE489EC-3637-41C0-B2C5-5CB1F58C0ACF}" srcOrd="0" destOrd="0" presId="urn:microsoft.com/office/officeart/2005/8/layout/hierarchy1"/>
    <dgm:cxn modelId="{99A08CB6-F221-4618-8D8C-1C12ADDC035A}" type="presParOf" srcId="{0DE489EC-3637-41C0-B2C5-5CB1F58C0ACF}" destId="{B70F2E5B-A052-4838-9217-8D0124B96150}" srcOrd="0" destOrd="0" presId="urn:microsoft.com/office/officeart/2005/8/layout/hierarchy1"/>
    <dgm:cxn modelId="{B0419013-2213-40E0-8582-AC6C1FD54C15}" type="presParOf" srcId="{0DE489EC-3637-41C0-B2C5-5CB1F58C0ACF}" destId="{001C3619-BA1E-4DDF-8480-D173A94CCFF4}" srcOrd="1" destOrd="0" presId="urn:microsoft.com/office/officeart/2005/8/layout/hierarchy1"/>
    <dgm:cxn modelId="{394580EC-B79E-42A1-BB6B-DD2A630DCB06}" type="presParOf" srcId="{907DB621-2811-4EE8-B550-EB35496F0545}" destId="{92BB99F1-CA32-4BB8-A07A-1425F55B71A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B54FBF-FE8A-4883-9C04-F531D24D744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F050C83-336B-47C4-A843-E7BAE37668FB}">
      <dgm:prSet/>
      <dgm:spPr/>
      <dgm:t>
        <a:bodyPr/>
        <a:lstStyle/>
        <a:p>
          <a:r>
            <a:rPr lang="en-US"/>
            <a:t>Deliver a user-friendly, reliable tracking app</a:t>
          </a:r>
        </a:p>
      </dgm:t>
    </dgm:pt>
    <dgm:pt modelId="{18FFC4D9-6ED5-4040-B843-4992C58B9481}" type="parTrans" cxnId="{0C54D468-CB67-4B0F-B185-B4C9C68FF783}">
      <dgm:prSet/>
      <dgm:spPr/>
      <dgm:t>
        <a:bodyPr/>
        <a:lstStyle/>
        <a:p>
          <a:endParaRPr lang="en-US"/>
        </a:p>
      </dgm:t>
    </dgm:pt>
    <dgm:pt modelId="{92E6EB09-F90F-489B-958C-5442C7CA025D}" type="sibTrans" cxnId="{0C54D468-CB67-4B0F-B185-B4C9C68FF783}">
      <dgm:prSet/>
      <dgm:spPr/>
      <dgm:t>
        <a:bodyPr/>
        <a:lstStyle/>
        <a:p>
          <a:endParaRPr lang="en-US"/>
        </a:p>
      </dgm:t>
    </dgm:pt>
    <dgm:pt modelId="{68AB2E0E-96CD-46FC-8011-14CA9BE1F617}">
      <dgm:prSet/>
      <dgm:spPr/>
      <dgm:t>
        <a:bodyPr/>
        <a:lstStyle/>
        <a:p>
          <a:r>
            <a:rPr lang="en-US"/>
            <a:t>Secure authentication &amp; roles (User/Admin)</a:t>
          </a:r>
        </a:p>
      </dgm:t>
    </dgm:pt>
    <dgm:pt modelId="{FB51BC26-F5FD-49F2-AA8D-2555123F1A65}" type="parTrans" cxnId="{4011BF7B-BFB3-4EC1-8956-6AE681557307}">
      <dgm:prSet/>
      <dgm:spPr/>
      <dgm:t>
        <a:bodyPr/>
        <a:lstStyle/>
        <a:p>
          <a:endParaRPr lang="en-US"/>
        </a:p>
      </dgm:t>
    </dgm:pt>
    <dgm:pt modelId="{FBAD3F36-8F3E-4464-BF63-AFF950FC36A5}" type="sibTrans" cxnId="{4011BF7B-BFB3-4EC1-8956-6AE681557307}">
      <dgm:prSet/>
      <dgm:spPr/>
      <dgm:t>
        <a:bodyPr/>
        <a:lstStyle/>
        <a:p>
          <a:endParaRPr lang="en-US"/>
        </a:p>
      </dgm:t>
    </dgm:pt>
    <dgm:pt modelId="{7BB50946-AEAF-43EF-9260-AEFD71189D8B}">
      <dgm:prSet/>
      <dgm:spPr/>
      <dgm:t>
        <a:bodyPr/>
        <a:lstStyle/>
        <a:p>
          <a:r>
            <a:rPr lang="en-US"/>
            <a:t>Maintain food catalog with CRUD operations</a:t>
          </a:r>
        </a:p>
      </dgm:t>
    </dgm:pt>
    <dgm:pt modelId="{455AAC51-8B36-437B-8CC7-34CB8DAD13BC}" type="parTrans" cxnId="{5BFC7742-8584-4C0D-A83C-25E5F4427D89}">
      <dgm:prSet/>
      <dgm:spPr/>
      <dgm:t>
        <a:bodyPr/>
        <a:lstStyle/>
        <a:p>
          <a:endParaRPr lang="en-US"/>
        </a:p>
      </dgm:t>
    </dgm:pt>
    <dgm:pt modelId="{D2741F4A-09F7-4C56-8A7B-DC7FCBABE8F6}" type="sibTrans" cxnId="{5BFC7742-8584-4C0D-A83C-25E5F4427D89}">
      <dgm:prSet/>
      <dgm:spPr/>
      <dgm:t>
        <a:bodyPr/>
        <a:lstStyle/>
        <a:p>
          <a:endParaRPr lang="en-US"/>
        </a:p>
      </dgm:t>
    </dgm:pt>
    <dgm:pt modelId="{1C671903-DEC8-4887-ABE0-A0F897DC6ABB}">
      <dgm:prSet/>
      <dgm:spPr/>
      <dgm:t>
        <a:bodyPr/>
        <a:lstStyle/>
        <a:p>
          <a:r>
            <a:rPr lang="en-US"/>
            <a:t>Track consumption &amp; auto-calculate nutrient totals</a:t>
          </a:r>
        </a:p>
      </dgm:t>
    </dgm:pt>
    <dgm:pt modelId="{BBB03433-49C8-4249-AB49-A2379477C02D}" type="parTrans" cxnId="{4E53625A-5A89-471D-BAF6-38B87FB88322}">
      <dgm:prSet/>
      <dgm:spPr/>
      <dgm:t>
        <a:bodyPr/>
        <a:lstStyle/>
        <a:p>
          <a:endParaRPr lang="en-US"/>
        </a:p>
      </dgm:t>
    </dgm:pt>
    <dgm:pt modelId="{3BAE07E3-74DA-4602-9AED-CF5B2DC699C3}" type="sibTrans" cxnId="{4E53625A-5A89-471D-BAF6-38B87FB88322}">
      <dgm:prSet/>
      <dgm:spPr/>
      <dgm:t>
        <a:bodyPr/>
        <a:lstStyle/>
        <a:p>
          <a:endParaRPr lang="en-US"/>
        </a:p>
      </dgm:t>
    </dgm:pt>
    <dgm:pt modelId="{B02DBF4B-0EA5-491B-8149-79DAF786A382}">
      <dgm:prSet/>
      <dgm:spPr/>
      <dgm:t>
        <a:bodyPr/>
        <a:lstStyle/>
        <a:p>
          <a:r>
            <a:rPr lang="en-US"/>
            <a:t>Provide summaries &amp; history view</a:t>
          </a:r>
        </a:p>
      </dgm:t>
    </dgm:pt>
    <dgm:pt modelId="{829AEC9C-0677-46FF-B29C-3FC55B3ED589}" type="parTrans" cxnId="{0A33F692-B16D-463C-8567-8B52EC02BE40}">
      <dgm:prSet/>
      <dgm:spPr/>
      <dgm:t>
        <a:bodyPr/>
        <a:lstStyle/>
        <a:p>
          <a:endParaRPr lang="en-US"/>
        </a:p>
      </dgm:t>
    </dgm:pt>
    <dgm:pt modelId="{7CB62D28-B0C1-4E23-BAB6-867D646809CA}" type="sibTrans" cxnId="{0A33F692-B16D-463C-8567-8B52EC02BE40}">
      <dgm:prSet/>
      <dgm:spPr/>
      <dgm:t>
        <a:bodyPr/>
        <a:lstStyle/>
        <a:p>
          <a:endParaRPr lang="en-US"/>
        </a:p>
      </dgm:t>
    </dgm:pt>
    <dgm:pt modelId="{187FBE6C-10CA-4CD1-B196-4F9932FF7143}">
      <dgm:prSet/>
      <dgm:spPr/>
      <dgm:t>
        <a:bodyPr/>
        <a:lstStyle/>
        <a:p>
          <a:r>
            <a:rPr lang="en-US"/>
            <a:t>Enable admin management &amp; coaching notes</a:t>
          </a:r>
        </a:p>
      </dgm:t>
    </dgm:pt>
    <dgm:pt modelId="{2DAC2C68-ADB8-44C7-8DCB-31B5DDC7083A}" type="parTrans" cxnId="{C549A964-0E51-4B80-846F-83A33CF1949F}">
      <dgm:prSet/>
      <dgm:spPr/>
      <dgm:t>
        <a:bodyPr/>
        <a:lstStyle/>
        <a:p>
          <a:endParaRPr lang="en-US"/>
        </a:p>
      </dgm:t>
    </dgm:pt>
    <dgm:pt modelId="{F132A0F9-1FA8-4CA9-BCAE-E2CC4CA38814}" type="sibTrans" cxnId="{C549A964-0E51-4B80-846F-83A33CF1949F}">
      <dgm:prSet/>
      <dgm:spPr/>
      <dgm:t>
        <a:bodyPr/>
        <a:lstStyle/>
        <a:p>
          <a:endParaRPr lang="en-US"/>
        </a:p>
      </dgm:t>
    </dgm:pt>
    <dgm:pt modelId="{1A1F047B-BBD2-4F51-967C-9D63EFF1AABF}" type="pres">
      <dgm:prSet presAssocID="{AAB54FBF-FE8A-4883-9C04-F531D24D7443}" presName="root" presStyleCnt="0">
        <dgm:presLayoutVars>
          <dgm:dir/>
          <dgm:resizeHandles val="exact"/>
        </dgm:presLayoutVars>
      </dgm:prSet>
      <dgm:spPr/>
    </dgm:pt>
    <dgm:pt modelId="{E4C86994-15F0-4500-9685-CBB30543F7E2}" type="pres">
      <dgm:prSet presAssocID="{AAB54FBF-FE8A-4883-9C04-F531D24D7443}" presName="container" presStyleCnt="0">
        <dgm:presLayoutVars>
          <dgm:dir/>
          <dgm:resizeHandles val="exact"/>
        </dgm:presLayoutVars>
      </dgm:prSet>
      <dgm:spPr/>
    </dgm:pt>
    <dgm:pt modelId="{54D07FEC-356F-4C01-8BF3-D45D9B748D20}" type="pres">
      <dgm:prSet presAssocID="{CF050C83-336B-47C4-A843-E7BAE37668FB}" presName="compNode" presStyleCnt="0"/>
      <dgm:spPr/>
    </dgm:pt>
    <dgm:pt modelId="{79A255B1-59DB-4374-918D-CFBD250C3E98}" type="pres">
      <dgm:prSet presAssocID="{CF050C83-336B-47C4-A843-E7BAE37668FB}" presName="iconBgRect" presStyleLbl="bgShp" presStyleIdx="0" presStyleCnt="6"/>
      <dgm:spPr/>
    </dgm:pt>
    <dgm:pt modelId="{1FECA718-243C-4F25-840B-B1346274BAF8}" type="pres">
      <dgm:prSet presAssocID="{CF050C83-336B-47C4-A843-E7BAE37668F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C70D7A6E-170D-4F52-BAC5-E6D20D612FFD}" type="pres">
      <dgm:prSet presAssocID="{CF050C83-336B-47C4-A843-E7BAE37668FB}" presName="spaceRect" presStyleCnt="0"/>
      <dgm:spPr/>
    </dgm:pt>
    <dgm:pt modelId="{744FF640-AC34-4FAD-9BEE-B0F6B404BACE}" type="pres">
      <dgm:prSet presAssocID="{CF050C83-336B-47C4-A843-E7BAE37668FB}" presName="textRect" presStyleLbl="revTx" presStyleIdx="0" presStyleCnt="6">
        <dgm:presLayoutVars>
          <dgm:chMax val="1"/>
          <dgm:chPref val="1"/>
        </dgm:presLayoutVars>
      </dgm:prSet>
      <dgm:spPr/>
    </dgm:pt>
    <dgm:pt modelId="{B5D92FBB-62EB-4E03-9049-6DF863C50EFF}" type="pres">
      <dgm:prSet presAssocID="{92E6EB09-F90F-489B-958C-5442C7CA025D}" presName="sibTrans" presStyleLbl="sibTrans2D1" presStyleIdx="0" presStyleCnt="0"/>
      <dgm:spPr/>
    </dgm:pt>
    <dgm:pt modelId="{208A6233-2E2B-4B98-8933-701E28BF6711}" type="pres">
      <dgm:prSet presAssocID="{68AB2E0E-96CD-46FC-8011-14CA9BE1F617}" presName="compNode" presStyleCnt="0"/>
      <dgm:spPr/>
    </dgm:pt>
    <dgm:pt modelId="{3B5217D7-6C59-4BD1-8A03-85748037E14F}" type="pres">
      <dgm:prSet presAssocID="{68AB2E0E-96CD-46FC-8011-14CA9BE1F617}" presName="iconBgRect" presStyleLbl="bgShp" presStyleIdx="1" presStyleCnt="6"/>
      <dgm:spPr/>
    </dgm:pt>
    <dgm:pt modelId="{9F8A32F1-9BA3-4873-BB9A-9168278DC2FD}" type="pres">
      <dgm:prSet presAssocID="{68AB2E0E-96CD-46FC-8011-14CA9BE1F61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C2C36F6-0467-43A7-A9C9-DCDAE1BD05DE}" type="pres">
      <dgm:prSet presAssocID="{68AB2E0E-96CD-46FC-8011-14CA9BE1F617}" presName="spaceRect" presStyleCnt="0"/>
      <dgm:spPr/>
    </dgm:pt>
    <dgm:pt modelId="{06445C70-EF66-47DD-8436-2EFB83AD5048}" type="pres">
      <dgm:prSet presAssocID="{68AB2E0E-96CD-46FC-8011-14CA9BE1F617}" presName="textRect" presStyleLbl="revTx" presStyleIdx="1" presStyleCnt="6">
        <dgm:presLayoutVars>
          <dgm:chMax val="1"/>
          <dgm:chPref val="1"/>
        </dgm:presLayoutVars>
      </dgm:prSet>
      <dgm:spPr/>
    </dgm:pt>
    <dgm:pt modelId="{8814CFED-6EEE-4572-B99A-A59772D3D1F1}" type="pres">
      <dgm:prSet presAssocID="{FBAD3F36-8F3E-4464-BF63-AFF950FC36A5}" presName="sibTrans" presStyleLbl="sibTrans2D1" presStyleIdx="0" presStyleCnt="0"/>
      <dgm:spPr/>
    </dgm:pt>
    <dgm:pt modelId="{8CFB4120-E551-4581-99CA-57AE4CDFC88C}" type="pres">
      <dgm:prSet presAssocID="{7BB50946-AEAF-43EF-9260-AEFD71189D8B}" presName="compNode" presStyleCnt="0"/>
      <dgm:spPr/>
    </dgm:pt>
    <dgm:pt modelId="{9F775891-D8BA-4714-9D58-9BD37C68122E}" type="pres">
      <dgm:prSet presAssocID="{7BB50946-AEAF-43EF-9260-AEFD71189D8B}" presName="iconBgRect" presStyleLbl="bgShp" presStyleIdx="2" presStyleCnt="6"/>
      <dgm:spPr/>
    </dgm:pt>
    <dgm:pt modelId="{985918DF-B7E1-4D73-9D65-4A20AD6D11C8}" type="pres">
      <dgm:prSet presAssocID="{7BB50946-AEAF-43EF-9260-AEFD71189D8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66D46671-4ABF-4ED4-9E02-024B49FC0647}" type="pres">
      <dgm:prSet presAssocID="{7BB50946-AEAF-43EF-9260-AEFD71189D8B}" presName="spaceRect" presStyleCnt="0"/>
      <dgm:spPr/>
    </dgm:pt>
    <dgm:pt modelId="{533C8184-6D51-429E-9805-EA4A9F74A837}" type="pres">
      <dgm:prSet presAssocID="{7BB50946-AEAF-43EF-9260-AEFD71189D8B}" presName="textRect" presStyleLbl="revTx" presStyleIdx="2" presStyleCnt="6">
        <dgm:presLayoutVars>
          <dgm:chMax val="1"/>
          <dgm:chPref val="1"/>
        </dgm:presLayoutVars>
      </dgm:prSet>
      <dgm:spPr/>
    </dgm:pt>
    <dgm:pt modelId="{EA6DCE11-B7C8-4B0C-A5BA-4713E16E9701}" type="pres">
      <dgm:prSet presAssocID="{D2741F4A-09F7-4C56-8A7B-DC7FCBABE8F6}" presName="sibTrans" presStyleLbl="sibTrans2D1" presStyleIdx="0" presStyleCnt="0"/>
      <dgm:spPr/>
    </dgm:pt>
    <dgm:pt modelId="{6079EC3B-C647-44DD-8F50-CC67B1E2D832}" type="pres">
      <dgm:prSet presAssocID="{1C671903-DEC8-4887-ABE0-A0F897DC6ABB}" presName="compNode" presStyleCnt="0"/>
      <dgm:spPr/>
    </dgm:pt>
    <dgm:pt modelId="{57F2FC30-2F22-4FD7-9A60-52D020C29327}" type="pres">
      <dgm:prSet presAssocID="{1C671903-DEC8-4887-ABE0-A0F897DC6ABB}" presName="iconBgRect" presStyleLbl="bgShp" presStyleIdx="3" presStyleCnt="6"/>
      <dgm:spPr/>
    </dgm:pt>
    <dgm:pt modelId="{0B0C9A26-1660-456D-B596-9C5ADCCBC8B6}" type="pres">
      <dgm:prSet presAssocID="{1C671903-DEC8-4887-ABE0-A0F897DC6AB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BF251BBA-7380-4DD1-9944-E09694A2E2A1}" type="pres">
      <dgm:prSet presAssocID="{1C671903-DEC8-4887-ABE0-A0F897DC6ABB}" presName="spaceRect" presStyleCnt="0"/>
      <dgm:spPr/>
    </dgm:pt>
    <dgm:pt modelId="{B8EA2893-269A-4227-96AC-56BC73D2DFCC}" type="pres">
      <dgm:prSet presAssocID="{1C671903-DEC8-4887-ABE0-A0F897DC6ABB}" presName="textRect" presStyleLbl="revTx" presStyleIdx="3" presStyleCnt="6">
        <dgm:presLayoutVars>
          <dgm:chMax val="1"/>
          <dgm:chPref val="1"/>
        </dgm:presLayoutVars>
      </dgm:prSet>
      <dgm:spPr/>
    </dgm:pt>
    <dgm:pt modelId="{7FC4342A-CA43-47D5-92CD-EE2F4FDD902B}" type="pres">
      <dgm:prSet presAssocID="{3BAE07E3-74DA-4602-9AED-CF5B2DC699C3}" presName="sibTrans" presStyleLbl="sibTrans2D1" presStyleIdx="0" presStyleCnt="0"/>
      <dgm:spPr/>
    </dgm:pt>
    <dgm:pt modelId="{36D105CB-B57A-4779-88BF-3CCA0299056C}" type="pres">
      <dgm:prSet presAssocID="{B02DBF4B-0EA5-491B-8149-79DAF786A382}" presName="compNode" presStyleCnt="0"/>
      <dgm:spPr/>
    </dgm:pt>
    <dgm:pt modelId="{99111277-571F-4041-AA50-1A27AC12FA08}" type="pres">
      <dgm:prSet presAssocID="{B02DBF4B-0EA5-491B-8149-79DAF786A382}" presName="iconBgRect" presStyleLbl="bgShp" presStyleIdx="4" presStyleCnt="6"/>
      <dgm:spPr/>
    </dgm:pt>
    <dgm:pt modelId="{1E7C1B8A-F391-4043-BEDD-D984F0944167}" type="pres">
      <dgm:prSet presAssocID="{B02DBF4B-0EA5-491B-8149-79DAF786A38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26082AF-9E32-4D70-A8D4-26AF0FD999E5}" type="pres">
      <dgm:prSet presAssocID="{B02DBF4B-0EA5-491B-8149-79DAF786A382}" presName="spaceRect" presStyleCnt="0"/>
      <dgm:spPr/>
    </dgm:pt>
    <dgm:pt modelId="{22775C2B-83C2-4C7B-BAF8-9ED57EE6CC62}" type="pres">
      <dgm:prSet presAssocID="{B02DBF4B-0EA5-491B-8149-79DAF786A382}" presName="textRect" presStyleLbl="revTx" presStyleIdx="4" presStyleCnt="6">
        <dgm:presLayoutVars>
          <dgm:chMax val="1"/>
          <dgm:chPref val="1"/>
        </dgm:presLayoutVars>
      </dgm:prSet>
      <dgm:spPr/>
    </dgm:pt>
    <dgm:pt modelId="{57ABD25D-23F8-4BC8-A6A9-0A92EC52992A}" type="pres">
      <dgm:prSet presAssocID="{7CB62D28-B0C1-4E23-BAB6-867D646809CA}" presName="sibTrans" presStyleLbl="sibTrans2D1" presStyleIdx="0" presStyleCnt="0"/>
      <dgm:spPr/>
    </dgm:pt>
    <dgm:pt modelId="{93DFA917-8463-4734-A3B8-ED2695C70DDC}" type="pres">
      <dgm:prSet presAssocID="{187FBE6C-10CA-4CD1-B196-4F9932FF7143}" presName="compNode" presStyleCnt="0"/>
      <dgm:spPr/>
    </dgm:pt>
    <dgm:pt modelId="{ED4F2CA2-EBA8-40C0-99AF-5E3CB66CC29E}" type="pres">
      <dgm:prSet presAssocID="{187FBE6C-10CA-4CD1-B196-4F9932FF7143}" presName="iconBgRect" presStyleLbl="bgShp" presStyleIdx="5" presStyleCnt="6"/>
      <dgm:spPr/>
    </dgm:pt>
    <dgm:pt modelId="{DB49F8B1-CDAC-4DB8-A3A1-AD4B6167E394}" type="pres">
      <dgm:prSet presAssocID="{187FBE6C-10CA-4CD1-B196-4F9932FF714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AA2D9D11-92E2-4637-85A1-AC3C51EC4821}" type="pres">
      <dgm:prSet presAssocID="{187FBE6C-10CA-4CD1-B196-4F9932FF7143}" presName="spaceRect" presStyleCnt="0"/>
      <dgm:spPr/>
    </dgm:pt>
    <dgm:pt modelId="{3354A8FB-03B1-4615-AE2A-253D2CFF4252}" type="pres">
      <dgm:prSet presAssocID="{187FBE6C-10CA-4CD1-B196-4F9932FF714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90C1C20-232F-468A-8AC1-A55EA2542E9A}" type="presOf" srcId="{AAB54FBF-FE8A-4883-9C04-F531D24D7443}" destId="{1A1F047B-BBD2-4F51-967C-9D63EFF1AABF}" srcOrd="0" destOrd="0" presId="urn:microsoft.com/office/officeart/2018/2/layout/IconCircleList"/>
    <dgm:cxn modelId="{C0D27F60-BE14-4E84-90F0-30290590F845}" type="presOf" srcId="{1C671903-DEC8-4887-ABE0-A0F897DC6ABB}" destId="{B8EA2893-269A-4227-96AC-56BC73D2DFCC}" srcOrd="0" destOrd="0" presId="urn:microsoft.com/office/officeart/2018/2/layout/IconCircleList"/>
    <dgm:cxn modelId="{34BC1462-DC6F-4473-A203-A7ED4B220927}" type="presOf" srcId="{7CB62D28-B0C1-4E23-BAB6-867D646809CA}" destId="{57ABD25D-23F8-4BC8-A6A9-0A92EC52992A}" srcOrd="0" destOrd="0" presId="urn:microsoft.com/office/officeart/2018/2/layout/IconCircleList"/>
    <dgm:cxn modelId="{5BFC7742-8584-4C0D-A83C-25E5F4427D89}" srcId="{AAB54FBF-FE8A-4883-9C04-F531D24D7443}" destId="{7BB50946-AEAF-43EF-9260-AEFD71189D8B}" srcOrd="2" destOrd="0" parTransId="{455AAC51-8B36-437B-8CC7-34CB8DAD13BC}" sibTransId="{D2741F4A-09F7-4C56-8A7B-DC7FCBABE8F6}"/>
    <dgm:cxn modelId="{F9779064-6C2F-4BD7-9FFE-F263C6A36318}" type="presOf" srcId="{B02DBF4B-0EA5-491B-8149-79DAF786A382}" destId="{22775C2B-83C2-4C7B-BAF8-9ED57EE6CC62}" srcOrd="0" destOrd="0" presId="urn:microsoft.com/office/officeart/2018/2/layout/IconCircleList"/>
    <dgm:cxn modelId="{C549A964-0E51-4B80-846F-83A33CF1949F}" srcId="{AAB54FBF-FE8A-4883-9C04-F531D24D7443}" destId="{187FBE6C-10CA-4CD1-B196-4F9932FF7143}" srcOrd="5" destOrd="0" parTransId="{2DAC2C68-ADB8-44C7-8DCB-31B5DDC7083A}" sibTransId="{F132A0F9-1FA8-4CA9-BCAE-E2CC4CA38814}"/>
    <dgm:cxn modelId="{4F292146-8F4F-4BFC-B3E2-3E8F921673B0}" type="presOf" srcId="{92E6EB09-F90F-489B-958C-5442C7CA025D}" destId="{B5D92FBB-62EB-4E03-9049-6DF863C50EFF}" srcOrd="0" destOrd="0" presId="urn:microsoft.com/office/officeart/2018/2/layout/IconCircleList"/>
    <dgm:cxn modelId="{0C54D468-CB67-4B0F-B185-B4C9C68FF783}" srcId="{AAB54FBF-FE8A-4883-9C04-F531D24D7443}" destId="{CF050C83-336B-47C4-A843-E7BAE37668FB}" srcOrd="0" destOrd="0" parTransId="{18FFC4D9-6ED5-4040-B843-4992C58B9481}" sibTransId="{92E6EB09-F90F-489B-958C-5442C7CA025D}"/>
    <dgm:cxn modelId="{054E7972-E0E3-4658-AAD8-1E1AE37DD29F}" type="presOf" srcId="{CF050C83-336B-47C4-A843-E7BAE37668FB}" destId="{744FF640-AC34-4FAD-9BEE-B0F6B404BACE}" srcOrd="0" destOrd="0" presId="urn:microsoft.com/office/officeart/2018/2/layout/IconCircleList"/>
    <dgm:cxn modelId="{4E53625A-5A89-471D-BAF6-38B87FB88322}" srcId="{AAB54FBF-FE8A-4883-9C04-F531D24D7443}" destId="{1C671903-DEC8-4887-ABE0-A0F897DC6ABB}" srcOrd="3" destOrd="0" parTransId="{BBB03433-49C8-4249-AB49-A2379477C02D}" sibTransId="{3BAE07E3-74DA-4602-9AED-CF5B2DC699C3}"/>
    <dgm:cxn modelId="{4011BF7B-BFB3-4EC1-8956-6AE681557307}" srcId="{AAB54FBF-FE8A-4883-9C04-F531D24D7443}" destId="{68AB2E0E-96CD-46FC-8011-14CA9BE1F617}" srcOrd="1" destOrd="0" parTransId="{FB51BC26-F5FD-49F2-AA8D-2555123F1A65}" sibTransId="{FBAD3F36-8F3E-4464-BF63-AFF950FC36A5}"/>
    <dgm:cxn modelId="{0A33F692-B16D-463C-8567-8B52EC02BE40}" srcId="{AAB54FBF-FE8A-4883-9C04-F531D24D7443}" destId="{B02DBF4B-0EA5-491B-8149-79DAF786A382}" srcOrd="4" destOrd="0" parTransId="{829AEC9C-0677-46FF-B29C-3FC55B3ED589}" sibTransId="{7CB62D28-B0C1-4E23-BAB6-867D646809CA}"/>
    <dgm:cxn modelId="{19FCA898-CFCA-4248-90B9-B6086D03308D}" type="presOf" srcId="{D2741F4A-09F7-4C56-8A7B-DC7FCBABE8F6}" destId="{EA6DCE11-B7C8-4B0C-A5BA-4713E16E9701}" srcOrd="0" destOrd="0" presId="urn:microsoft.com/office/officeart/2018/2/layout/IconCircleList"/>
    <dgm:cxn modelId="{AB2180A4-D3EC-466F-9BC3-59251856371C}" type="presOf" srcId="{68AB2E0E-96CD-46FC-8011-14CA9BE1F617}" destId="{06445C70-EF66-47DD-8436-2EFB83AD5048}" srcOrd="0" destOrd="0" presId="urn:microsoft.com/office/officeart/2018/2/layout/IconCircleList"/>
    <dgm:cxn modelId="{0CEF53D4-8FD9-468B-BCED-B44649F16D0E}" type="presOf" srcId="{187FBE6C-10CA-4CD1-B196-4F9932FF7143}" destId="{3354A8FB-03B1-4615-AE2A-253D2CFF4252}" srcOrd="0" destOrd="0" presId="urn:microsoft.com/office/officeart/2018/2/layout/IconCircleList"/>
    <dgm:cxn modelId="{0D7FBEE7-A308-4750-9F7E-5AC7201073DE}" type="presOf" srcId="{3BAE07E3-74DA-4602-9AED-CF5B2DC699C3}" destId="{7FC4342A-CA43-47D5-92CD-EE2F4FDD902B}" srcOrd="0" destOrd="0" presId="urn:microsoft.com/office/officeart/2018/2/layout/IconCircleList"/>
    <dgm:cxn modelId="{DD0904EE-D06D-408A-9691-5F8119BFD924}" type="presOf" srcId="{FBAD3F36-8F3E-4464-BF63-AFF950FC36A5}" destId="{8814CFED-6EEE-4572-B99A-A59772D3D1F1}" srcOrd="0" destOrd="0" presId="urn:microsoft.com/office/officeart/2018/2/layout/IconCircleList"/>
    <dgm:cxn modelId="{EAEBAEF1-4836-48B7-B6ED-8DB10DA3A492}" type="presOf" srcId="{7BB50946-AEAF-43EF-9260-AEFD71189D8B}" destId="{533C8184-6D51-429E-9805-EA4A9F74A837}" srcOrd="0" destOrd="0" presId="urn:microsoft.com/office/officeart/2018/2/layout/IconCircleList"/>
    <dgm:cxn modelId="{DCF2F558-6110-4FC5-BA58-318B824B57E9}" type="presParOf" srcId="{1A1F047B-BBD2-4F51-967C-9D63EFF1AABF}" destId="{E4C86994-15F0-4500-9685-CBB30543F7E2}" srcOrd="0" destOrd="0" presId="urn:microsoft.com/office/officeart/2018/2/layout/IconCircleList"/>
    <dgm:cxn modelId="{6BA7A0BA-9824-402E-A650-9B84E7C183BA}" type="presParOf" srcId="{E4C86994-15F0-4500-9685-CBB30543F7E2}" destId="{54D07FEC-356F-4C01-8BF3-D45D9B748D20}" srcOrd="0" destOrd="0" presId="urn:microsoft.com/office/officeart/2018/2/layout/IconCircleList"/>
    <dgm:cxn modelId="{B2954B8C-114E-45DB-8527-FEF6687799BC}" type="presParOf" srcId="{54D07FEC-356F-4C01-8BF3-D45D9B748D20}" destId="{79A255B1-59DB-4374-918D-CFBD250C3E98}" srcOrd="0" destOrd="0" presId="urn:microsoft.com/office/officeart/2018/2/layout/IconCircleList"/>
    <dgm:cxn modelId="{6B486917-7F0B-4408-A84F-9A724606F22F}" type="presParOf" srcId="{54D07FEC-356F-4C01-8BF3-D45D9B748D20}" destId="{1FECA718-243C-4F25-840B-B1346274BAF8}" srcOrd="1" destOrd="0" presId="urn:microsoft.com/office/officeart/2018/2/layout/IconCircleList"/>
    <dgm:cxn modelId="{51B1A431-1068-4A72-B767-1340DDBC9B96}" type="presParOf" srcId="{54D07FEC-356F-4C01-8BF3-D45D9B748D20}" destId="{C70D7A6E-170D-4F52-BAC5-E6D20D612FFD}" srcOrd="2" destOrd="0" presId="urn:microsoft.com/office/officeart/2018/2/layout/IconCircleList"/>
    <dgm:cxn modelId="{088DEF68-A6F7-4A7B-ACA1-FFAAF27C3C7A}" type="presParOf" srcId="{54D07FEC-356F-4C01-8BF3-D45D9B748D20}" destId="{744FF640-AC34-4FAD-9BEE-B0F6B404BACE}" srcOrd="3" destOrd="0" presId="urn:microsoft.com/office/officeart/2018/2/layout/IconCircleList"/>
    <dgm:cxn modelId="{3EFF9760-5C69-4BB8-9285-7C92435521DC}" type="presParOf" srcId="{E4C86994-15F0-4500-9685-CBB30543F7E2}" destId="{B5D92FBB-62EB-4E03-9049-6DF863C50EFF}" srcOrd="1" destOrd="0" presId="urn:microsoft.com/office/officeart/2018/2/layout/IconCircleList"/>
    <dgm:cxn modelId="{D734C869-1194-45DF-A1ED-B2763209096C}" type="presParOf" srcId="{E4C86994-15F0-4500-9685-CBB30543F7E2}" destId="{208A6233-2E2B-4B98-8933-701E28BF6711}" srcOrd="2" destOrd="0" presId="urn:microsoft.com/office/officeart/2018/2/layout/IconCircleList"/>
    <dgm:cxn modelId="{6EFD28CD-5C58-408F-9764-6316346A23EF}" type="presParOf" srcId="{208A6233-2E2B-4B98-8933-701E28BF6711}" destId="{3B5217D7-6C59-4BD1-8A03-85748037E14F}" srcOrd="0" destOrd="0" presId="urn:microsoft.com/office/officeart/2018/2/layout/IconCircleList"/>
    <dgm:cxn modelId="{43E6E17E-70D2-4C6F-AE1B-E90CC12DF246}" type="presParOf" srcId="{208A6233-2E2B-4B98-8933-701E28BF6711}" destId="{9F8A32F1-9BA3-4873-BB9A-9168278DC2FD}" srcOrd="1" destOrd="0" presId="urn:microsoft.com/office/officeart/2018/2/layout/IconCircleList"/>
    <dgm:cxn modelId="{DCB03556-74F3-4C4C-B25A-2AF03A855C1D}" type="presParOf" srcId="{208A6233-2E2B-4B98-8933-701E28BF6711}" destId="{6C2C36F6-0467-43A7-A9C9-DCDAE1BD05DE}" srcOrd="2" destOrd="0" presId="urn:microsoft.com/office/officeart/2018/2/layout/IconCircleList"/>
    <dgm:cxn modelId="{7C3B4D01-D59C-4A94-97A6-515F106D62DA}" type="presParOf" srcId="{208A6233-2E2B-4B98-8933-701E28BF6711}" destId="{06445C70-EF66-47DD-8436-2EFB83AD5048}" srcOrd="3" destOrd="0" presId="urn:microsoft.com/office/officeart/2018/2/layout/IconCircleList"/>
    <dgm:cxn modelId="{E4D524E1-ACF0-4A99-B2BF-E90696BBECBB}" type="presParOf" srcId="{E4C86994-15F0-4500-9685-CBB30543F7E2}" destId="{8814CFED-6EEE-4572-B99A-A59772D3D1F1}" srcOrd="3" destOrd="0" presId="urn:microsoft.com/office/officeart/2018/2/layout/IconCircleList"/>
    <dgm:cxn modelId="{503EC55C-906B-4668-B495-A338649A4355}" type="presParOf" srcId="{E4C86994-15F0-4500-9685-CBB30543F7E2}" destId="{8CFB4120-E551-4581-99CA-57AE4CDFC88C}" srcOrd="4" destOrd="0" presId="urn:microsoft.com/office/officeart/2018/2/layout/IconCircleList"/>
    <dgm:cxn modelId="{845B6F23-F12D-4F2E-96E7-2425E3EB08DD}" type="presParOf" srcId="{8CFB4120-E551-4581-99CA-57AE4CDFC88C}" destId="{9F775891-D8BA-4714-9D58-9BD37C68122E}" srcOrd="0" destOrd="0" presId="urn:microsoft.com/office/officeart/2018/2/layout/IconCircleList"/>
    <dgm:cxn modelId="{A2E35DD4-1603-4A90-A1B9-C9D5249B1E68}" type="presParOf" srcId="{8CFB4120-E551-4581-99CA-57AE4CDFC88C}" destId="{985918DF-B7E1-4D73-9D65-4A20AD6D11C8}" srcOrd="1" destOrd="0" presId="urn:microsoft.com/office/officeart/2018/2/layout/IconCircleList"/>
    <dgm:cxn modelId="{016256A6-3650-491D-92EB-F4346D61E43F}" type="presParOf" srcId="{8CFB4120-E551-4581-99CA-57AE4CDFC88C}" destId="{66D46671-4ABF-4ED4-9E02-024B49FC0647}" srcOrd="2" destOrd="0" presId="urn:microsoft.com/office/officeart/2018/2/layout/IconCircleList"/>
    <dgm:cxn modelId="{B3F076D3-30D0-41FB-B6BD-1859EB9C7CAE}" type="presParOf" srcId="{8CFB4120-E551-4581-99CA-57AE4CDFC88C}" destId="{533C8184-6D51-429E-9805-EA4A9F74A837}" srcOrd="3" destOrd="0" presId="urn:microsoft.com/office/officeart/2018/2/layout/IconCircleList"/>
    <dgm:cxn modelId="{16ECDF65-BFC9-4EAE-A55C-46208831FDBE}" type="presParOf" srcId="{E4C86994-15F0-4500-9685-CBB30543F7E2}" destId="{EA6DCE11-B7C8-4B0C-A5BA-4713E16E9701}" srcOrd="5" destOrd="0" presId="urn:microsoft.com/office/officeart/2018/2/layout/IconCircleList"/>
    <dgm:cxn modelId="{708DEE31-B8C4-4D73-8B11-4EA0A3F48F76}" type="presParOf" srcId="{E4C86994-15F0-4500-9685-CBB30543F7E2}" destId="{6079EC3B-C647-44DD-8F50-CC67B1E2D832}" srcOrd="6" destOrd="0" presId="urn:microsoft.com/office/officeart/2018/2/layout/IconCircleList"/>
    <dgm:cxn modelId="{E189F06C-2158-4358-B9E8-5B6B48451F6F}" type="presParOf" srcId="{6079EC3B-C647-44DD-8F50-CC67B1E2D832}" destId="{57F2FC30-2F22-4FD7-9A60-52D020C29327}" srcOrd="0" destOrd="0" presId="urn:microsoft.com/office/officeart/2018/2/layout/IconCircleList"/>
    <dgm:cxn modelId="{E1B1F724-E321-404D-8FD4-F1233C6376E2}" type="presParOf" srcId="{6079EC3B-C647-44DD-8F50-CC67B1E2D832}" destId="{0B0C9A26-1660-456D-B596-9C5ADCCBC8B6}" srcOrd="1" destOrd="0" presId="urn:microsoft.com/office/officeart/2018/2/layout/IconCircleList"/>
    <dgm:cxn modelId="{0D5284F0-337D-466E-BAC1-1206784E2984}" type="presParOf" srcId="{6079EC3B-C647-44DD-8F50-CC67B1E2D832}" destId="{BF251BBA-7380-4DD1-9944-E09694A2E2A1}" srcOrd="2" destOrd="0" presId="urn:microsoft.com/office/officeart/2018/2/layout/IconCircleList"/>
    <dgm:cxn modelId="{44F81764-E737-4D4E-BC4C-07708C6E74D1}" type="presParOf" srcId="{6079EC3B-C647-44DD-8F50-CC67B1E2D832}" destId="{B8EA2893-269A-4227-96AC-56BC73D2DFCC}" srcOrd="3" destOrd="0" presId="urn:microsoft.com/office/officeart/2018/2/layout/IconCircleList"/>
    <dgm:cxn modelId="{10CF3B1A-B3B9-40DA-9A1B-42767E083BD1}" type="presParOf" srcId="{E4C86994-15F0-4500-9685-CBB30543F7E2}" destId="{7FC4342A-CA43-47D5-92CD-EE2F4FDD902B}" srcOrd="7" destOrd="0" presId="urn:microsoft.com/office/officeart/2018/2/layout/IconCircleList"/>
    <dgm:cxn modelId="{ADCA1AE7-6EBE-4593-82EE-C616482AB71E}" type="presParOf" srcId="{E4C86994-15F0-4500-9685-CBB30543F7E2}" destId="{36D105CB-B57A-4779-88BF-3CCA0299056C}" srcOrd="8" destOrd="0" presId="urn:microsoft.com/office/officeart/2018/2/layout/IconCircleList"/>
    <dgm:cxn modelId="{A985BF9F-D354-40FA-8D85-C94A1BBD19D1}" type="presParOf" srcId="{36D105CB-B57A-4779-88BF-3CCA0299056C}" destId="{99111277-571F-4041-AA50-1A27AC12FA08}" srcOrd="0" destOrd="0" presId="urn:microsoft.com/office/officeart/2018/2/layout/IconCircleList"/>
    <dgm:cxn modelId="{4D853EE9-E7E5-469E-BC82-87113581FE16}" type="presParOf" srcId="{36D105CB-B57A-4779-88BF-3CCA0299056C}" destId="{1E7C1B8A-F391-4043-BEDD-D984F0944167}" srcOrd="1" destOrd="0" presId="urn:microsoft.com/office/officeart/2018/2/layout/IconCircleList"/>
    <dgm:cxn modelId="{FFC2A8A2-C9B9-4843-9F69-571889BE18DE}" type="presParOf" srcId="{36D105CB-B57A-4779-88BF-3CCA0299056C}" destId="{026082AF-9E32-4D70-A8D4-26AF0FD999E5}" srcOrd="2" destOrd="0" presId="urn:microsoft.com/office/officeart/2018/2/layout/IconCircleList"/>
    <dgm:cxn modelId="{395D6730-3D64-4373-B108-EE09679DF4EF}" type="presParOf" srcId="{36D105CB-B57A-4779-88BF-3CCA0299056C}" destId="{22775C2B-83C2-4C7B-BAF8-9ED57EE6CC62}" srcOrd="3" destOrd="0" presId="urn:microsoft.com/office/officeart/2018/2/layout/IconCircleList"/>
    <dgm:cxn modelId="{BE467892-0D06-43D7-B443-425922264CA4}" type="presParOf" srcId="{E4C86994-15F0-4500-9685-CBB30543F7E2}" destId="{57ABD25D-23F8-4BC8-A6A9-0A92EC52992A}" srcOrd="9" destOrd="0" presId="urn:microsoft.com/office/officeart/2018/2/layout/IconCircleList"/>
    <dgm:cxn modelId="{D1184BCE-FDAD-4416-9F15-842648EAFD4B}" type="presParOf" srcId="{E4C86994-15F0-4500-9685-CBB30543F7E2}" destId="{93DFA917-8463-4734-A3B8-ED2695C70DDC}" srcOrd="10" destOrd="0" presId="urn:microsoft.com/office/officeart/2018/2/layout/IconCircleList"/>
    <dgm:cxn modelId="{F74E335C-18B3-40AA-AF60-5839937E0326}" type="presParOf" srcId="{93DFA917-8463-4734-A3B8-ED2695C70DDC}" destId="{ED4F2CA2-EBA8-40C0-99AF-5E3CB66CC29E}" srcOrd="0" destOrd="0" presId="urn:microsoft.com/office/officeart/2018/2/layout/IconCircleList"/>
    <dgm:cxn modelId="{F2078CF9-D8C6-4AE3-90FE-0BD10828DF46}" type="presParOf" srcId="{93DFA917-8463-4734-A3B8-ED2695C70DDC}" destId="{DB49F8B1-CDAC-4DB8-A3A1-AD4B6167E394}" srcOrd="1" destOrd="0" presId="urn:microsoft.com/office/officeart/2018/2/layout/IconCircleList"/>
    <dgm:cxn modelId="{D6BBDA68-6183-4F10-8E58-1DE9CBCE0585}" type="presParOf" srcId="{93DFA917-8463-4734-A3B8-ED2695C70DDC}" destId="{AA2D9D11-92E2-4637-85A1-AC3C51EC4821}" srcOrd="2" destOrd="0" presId="urn:microsoft.com/office/officeart/2018/2/layout/IconCircleList"/>
    <dgm:cxn modelId="{1BC2547F-26F8-43DE-AD14-03DFB1DB58D1}" type="presParOf" srcId="{93DFA917-8463-4734-A3B8-ED2695C70DDC}" destId="{3354A8FB-03B1-4615-AE2A-253D2CFF425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268360-A018-485A-A4E5-CA068E1C5F7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5F69A4-3FFB-4CE3-9087-9911B51A0C8D}">
      <dgm:prSet/>
      <dgm:spPr/>
      <dgm:t>
        <a:bodyPr/>
        <a:lstStyle/>
        <a:p>
          <a:r>
            <a:rPr lang="en-US" baseline="0"/>
            <a:t>Java Swing → User Interface</a:t>
          </a:r>
          <a:endParaRPr lang="en-US"/>
        </a:p>
      </dgm:t>
    </dgm:pt>
    <dgm:pt modelId="{079613C4-092E-4EC5-B799-40586F38D1CE}" type="parTrans" cxnId="{87E40CE5-8324-4080-8A38-900CF4515EC0}">
      <dgm:prSet/>
      <dgm:spPr/>
      <dgm:t>
        <a:bodyPr/>
        <a:lstStyle/>
        <a:p>
          <a:endParaRPr lang="en-US"/>
        </a:p>
      </dgm:t>
    </dgm:pt>
    <dgm:pt modelId="{D025BBF3-5A59-44C4-A04D-FAAA751BF1E2}" type="sibTrans" cxnId="{87E40CE5-8324-4080-8A38-900CF4515EC0}">
      <dgm:prSet/>
      <dgm:spPr/>
      <dgm:t>
        <a:bodyPr/>
        <a:lstStyle/>
        <a:p>
          <a:endParaRPr lang="en-US"/>
        </a:p>
      </dgm:t>
    </dgm:pt>
    <dgm:pt modelId="{53266CA5-BD77-4631-967D-206D42B4E0FA}">
      <dgm:prSet/>
      <dgm:spPr/>
      <dgm:t>
        <a:bodyPr/>
        <a:lstStyle/>
        <a:p>
          <a:r>
            <a:rPr lang="en-US" baseline="0"/>
            <a:t>JDBC → Data Access Layer</a:t>
          </a:r>
          <a:endParaRPr lang="en-US"/>
        </a:p>
      </dgm:t>
    </dgm:pt>
    <dgm:pt modelId="{2F70C9A8-917E-4E8A-8233-2E618F26C7C4}" type="parTrans" cxnId="{B34E0AF8-8560-4608-A0F3-B42F7DAA3279}">
      <dgm:prSet/>
      <dgm:spPr/>
      <dgm:t>
        <a:bodyPr/>
        <a:lstStyle/>
        <a:p>
          <a:endParaRPr lang="en-US"/>
        </a:p>
      </dgm:t>
    </dgm:pt>
    <dgm:pt modelId="{884DF3B3-D621-4D83-A3BA-F83D23889DAD}" type="sibTrans" cxnId="{B34E0AF8-8560-4608-A0F3-B42F7DAA3279}">
      <dgm:prSet/>
      <dgm:spPr/>
      <dgm:t>
        <a:bodyPr/>
        <a:lstStyle/>
        <a:p>
          <a:endParaRPr lang="en-US"/>
        </a:p>
      </dgm:t>
    </dgm:pt>
    <dgm:pt modelId="{E61A2619-0798-4941-81A2-D89FA8608B37}">
      <dgm:prSet/>
      <dgm:spPr/>
      <dgm:t>
        <a:bodyPr/>
        <a:lstStyle/>
        <a:p>
          <a:r>
            <a:rPr lang="en-US" baseline="0"/>
            <a:t>MySQL → Database</a:t>
          </a:r>
          <a:endParaRPr lang="en-US"/>
        </a:p>
      </dgm:t>
    </dgm:pt>
    <dgm:pt modelId="{2A36DEB9-54FB-4793-AF5A-D8875798FC13}" type="parTrans" cxnId="{9F87EFB2-98F5-40C2-8532-0CD9BABFF9AC}">
      <dgm:prSet/>
      <dgm:spPr/>
      <dgm:t>
        <a:bodyPr/>
        <a:lstStyle/>
        <a:p>
          <a:endParaRPr lang="en-US"/>
        </a:p>
      </dgm:t>
    </dgm:pt>
    <dgm:pt modelId="{E9D0A80D-1797-4D66-9969-49EBAE8287E4}" type="sibTrans" cxnId="{9F87EFB2-98F5-40C2-8532-0CD9BABFF9AC}">
      <dgm:prSet/>
      <dgm:spPr/>
      <dgm:t>
        <a:bodyPr/>
        <a:lstStyle/>
        <a:p>
          <a:endParaRPr lang="en-US"/>
        </a:p>
      </dgm:t>
    </dgm:pt>
    <dgm:pt modelId="{913F3FDD-930B-4C50-ADDD-5F3A18F73361}">
      <dgm:prSet/>
      <dgm:spPr/>
      <dgm:t>
        <a:bodyPr/>
        <a:lstStyle/>
        <a:p>
          <a:r>
            <a:rPr lang="en-US" baseline="0"/>
            <a:t>Role separation: Users vs Admins</a:t>
          </a:r>
          <a:endParaRPr lang="en-US"/>
        </a:p>
      </dgm:t>
    </dgm:pt>
    <dgm:pt modelId="{28617E5B-B62B-4C6C-BE39-F82D342D7618}" type="parTrans" cxnId="{C45C887A-060B-45B3-B78E-3BD977341084}">
      <dgm:prSet/>
      <dgm:spPr/>
      <dgm:t>
        <a:bodyPr/>
        <a:lstStyle/>
        <a:p>
          <a:endParaRPr lang="en-US"/>
        </a:p>
      </dgm:t>
    </dgm:pt>
    <dgm:pt modelId="{84D98135-1FF7-4A9E-ABA4-70B9FBF82924}" type="sibTrans" cxnId="{C45C887A-060B-45B3-B78E-3BD977341084}">
      <dgm:prSet/>
      <dgm:spPr/>
      <dgm:t>
        <a:bodyPr/>
        <a:lstStyle/>
        <a:p>
          <a:endParaRPr lang="en-US"/>
        </a:p>
      </dgm:t>
    </dgm:pt>
    <dgm:pt modelId="{AC5AE7B0-BAD2-4FAB-B487-972A8361F623}" type="pres">
      <dgm:prSet presAssocID="{C3268360-A018-485A-A4E5-CA068E1C5F76}" presName="root" presStyleCnt="0">
        <dgm:presLayoutVars>
          <dgm:dir/>
          <dgm:resizeHandles val="exact"/>
        </dgm:presLayoutVars>
      </dgm:prSet>
      <dgm:spPr/>
    </dgm:pt>
    <dgm:pt modelId="{75E6E47A-94ED-43AC-AFB4-BD0B316FE9B0}" type="pres">
      <dgm:prSet presAssocID="{175F69A4-3FFB-4CE3-9087-9911B51A0C8D}" presName="compNode" presStyleCnt="0"/>
      <dgm:spPr/>
    </dgm:pt>
    <dgm:pt modelId="{9C83EC43-8919-43D1-B11B-B11543FC6D93}" type="pres">
      <dgm:prSet presAssocID="{175F69A4-3FFB-4CE3-9087-9911B51A0C8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4BE5036B-06F8-4578-B6D0-10A02B11AD4E}" type="pres">
      <dgm:prSet presAssocID="{175F69A4-3FFB-4CE3-9087-9911B51A0C8D}" presName="spaceRect" presStyleCnt="0"/>
      <dgm:spPr/>
    </dgm:pt>
    <dgm:pt modelId="{8AEC9053-8C6B-4B65-B765-5DB15F854DC1}" type="pres">
      <dgm:prSet presAssocID="{175F69A4-3FFB-4CE3-9087-9911B51A0C8D}" presName="textRect" presStyleLbl="revTx" presStyleIdx="0" presStyleCnt="4">
        <dgm:presLayoutVars>
          <dgm:chMax val="1"/>
          <dgm:chPref val="1"/>
        </dgm:presLayoutVars>
      </dgm:prSet>
      <dgm:spPr/>
    </dgm:pt>
    <dgm:pt modelId="{F16E6639-3538-4A35-8DA3-EAD72DE32468}" type="pres">
      <dgm:prSet presAssocID="{D025BBF3-5A59-44C4-A04D-FAAA751BF1E2}" presName="sibTrans" presStyleCnt="0"/>
      <dgm:spPr/>
    </dgm:pt>
    <dgm:pt modelId="{B1C59156-5888-4033-A358-C7E9DEF793AE}" type="pres">
      <dgm:prSet presAssocID="{53266CA5-BD77-4631-967D-206D42B4E0FA}" presName="compNode" presStyleCnt="0"/>
      <dgm:spPr/>
    </dgm:pt>
    <dgm:pt modelId="{635EC8DB-9F9D-4038-ADEE-B9C4CA321236}" type="pres">
      <dgm:prSet presAssocID="{53266CA5-BD77-4631-967D-206D42B4E0F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AF36BD1-B553-4B56-8FB7-DF96CE633180}" type="pres">
      <dgm:prSet presAssocID="{53266CA5-BD77-4631-967D-206D42B4E0FA}" presName="spaceRect" presStyleCnt="0"/>
      <dgm:spPr/>
    </dgm:pt>
    <dgm:pt modelId="{84FB8A42-D8F7-424E-97FE-91F7A630D21A}" type="pres">
      <dgm:prSet presAssocID="{53266CA5-BD77-4631-967D-206D42B4E0FA}" presName="textRect" presStyleLbl="revTx" presStyleIdx="1" presStyleCnt="4">
        <dgm:presLayoutVars>
          <dgm:chMax val="1"/>
          <dgm:chPref val="1"/>
        </dgm:presLayoutVars>
      </dgm:prSet>
      <dgm:spPr/>
    </dgm:pt>
    <dgm:pt modelId="{BE4A92C3-707D-455B-A9EE-D223D905C5CE}" type="pres">
      <dgm:prSet presAssocID="{884DF3B3-D621-4D83-A3BA-F83D23889DAD}" presName="sibTrans" presStyleCnt="0"/>
      <dgm:spPr/>
    </dgm:pt>
    <dgm:pt modelId="{B65B8581-32DE-49F7-98C8-4EC81C6A7397}" type="pres">
      <dgm:prSet presAssocID="{E61A2619-0798-4941-81A2-D89FA8608B37}" presName="compNode" presStyleCnt="0"/>
      <dgm:spPr/>
    </dgm:pt>
    <dgm:pt modelId="{10900CF3-AE03-4229-B91F-CC2E8974DB09}" type="pres">
      <dgm:prSet presAssocID="{E61A2619-0798-4941-81A2-D89FA8608B3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3538B6D-8580-4211-8DA8-AF350D7E765E}" type="pres">
      <dgm:prSet presAssocID="{E61A2619-0798-4941-81A2-D89FA8608B37}" presName="spaceRect" presStyleCnt="0"/>
      <dgm:spPr/>
    </dgm:pt>
    <dgm:pt modelId="{6E22EB7D-DEBF-4CEC-91C2-9D811E3D260D}" type="pres">
      <dgm:prSet presAssocID="{E61A2619-0798-4941-81A2-D89FA8608B37}" presName="textRect" presStyleLbl="revTx" presStyleIdx="2" presStyleCnt="4">
        <dgm:presLayoutVars>
          <dgm:chMax val="1"/>
          <dgm:chPref val="1"/>
        </dgm:presLayoutVars>
      </dgm:prSet>
      <dgm:spPr/>
    </dgm:pt>
    <dgm:pt modelId="{A5F525F4-76A2-42B8-AB20-9C75BE63661D}" type="pres">
      <dgm:prSet presAssocID="{E9D0A80D-1797-4D66-9969-49EBAE8287E4}" presName="sibTrans" presStyleCnt="0"/>
      <dgm:spPr/>
    </dgm:pt>
    <dgm:pt modelId="{91A3C072-9D74-46F5-8F9E-EA47A2B356AB}" type="pres">
      <dgm:prSet presAssocID="{913F3FDD-930B-4C50-ADDD-5F3A18F73361}" presName="compNode" presStyleCnt="0"/>
      <dgm:spPr/>
    </dgm:pt>
    <dgm:pt modelId="{53421505-21E7-4C82-838E-A95383DE3DD6}" type="pres">
      <dgm:prSet presAssocID="{913F3FDD-930B-4C50-ADDD-5F3A18F7336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CBA8BBF-8F47-4C04-816F-57CD9EBB987A}" type="pres">
      <dgm:prSet presAssocID="{913F3FDD-930B-4C50-ADDD-5F3A18F73361}" presName="spaceRect" presStyleCnt="0"/>
      <dgm:spPr/>
    </dgm:pt>
    <dgm:pt modelId="{5CBF4B76-B0EE-4504-800E-82B7BAA253F3}" type="pres">
      <dgm:prSet presAssocID="{913F3FDD-930B-4C50-ADDD-5F3A18F733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349EC06-B5D0-49CA-B450-0C96F630ABBE}" type="presOf" srcId="{E61A2619-0798-4941-81A2-D89FA8608B37}" destId="{6E22EB7D-DEBF-4CEC-91C2-9D811E3D260D}" srcOrd="0" destOrd="0" presId="urn:microsoft.com/office/officeart/2018/2/layout/IconLabelList"/>
    <dgm:cxn modelId="{50C26246-1F0A-43CA-91DA-68F7D8A2B2FE}" type="presOf" srcId="{C3268360-A018-485A-A4E5-CA068E1C5F76}" destId="{AC5AE7B0-BAD2-4FAB-B487-972A8361F623}" srcOrd="0" destOrd="0" presId="urn:microsoft.com/office/officeart/2018/2/layout/IconLabelList"/>
    <dgm:cxn modelId="{25B4D358-9CF9-49A2-944A-4595B16B8BBF}" type="presOf" srcId="{913F3FDD-930B-4C50-ADDD-5F3A18F73361}" destId="{5CBF4B76-B0EE-4504-800E-82B7BAA253F3}" srcOrd="0" destOrd="0" presId="urn:microsoft.com/office/officeart/2018/2/layout/IconLabelList"/>
    <dgm:cxn modelId="{C45C887A-060B-45B3-B78E-3BD977341084}" srcId="{C3268360-A018-485A-A4E5-CA068E1C5F76}" destId="{913F3FDD-930B-4C50-ADDD-5F3A18F73361}" srcOrd="3" destOrd="0" parTransId="{28617E5B-B62B-4C6C-BE39-F82D342D7618}" sibTransId="{84D98135-1FF7-4A9E-ABA4-70B9FBF82924}"/>
    <dgm:cxn modelId="{9F87EFB2-98F5-40C2-8532-0CD9BABFF9AC}" srcId="{C3268360-A018-485A-A4E5-CA068E1C5F76}" destId="{E61A2619-0798-4941-81A2-D89FA8608B37}" srcOrd="2" destOrd="0" parTransId="{2A36DEB9-54FB-4793-AF5A-D8875798FC13}" sibTransId="{E9D0A80D-1797-4D66-9969-49EBAE8287E4}"/>
    <dgm:cxn modelId="{0ABA36B6-CA65-4E87-901E-62A38FE4F7E8}" type="presOf" srcId="{53266CA5-BD77-4631-967D-206D42B4E0FA}" destId="{84FB8A42-D8F7-424E-97FE-91F7A630D21A}" srcOrd="0" destOrd="0" presId="urn:microsoft.com/office/officeart/2018/2/layout/IconLabelList"/>
    <dgm:cxn modelId="{87E40CE5-8324-4080-8A38-900CF4515EC0}" srcId="{C3268360-A018-485A-A4E5-CA068E1C5F76}" destId="{175F69A4-3FFB-4CE3-9087-9911B51A0C8D}" srcOrd="0" destOrd="0" parTransId="{079613C4-092E-4EC5-B799-40586F38D1CE}" sibTransId="{D025BBF3-5A59-44C4-A04D-FAAA751BF1E2}"/>
    <dgm:cxn modelId="{E16459EE-3F29-4A89-83D9-EBA00836A1C0}" type="presOf" srcId="{175F69A4-3FFB-4CE3-9087-9911B51A0C8D}" destId="{8AEC9053-8C6B-4B65-B765-5DB15F854DC1}" srcOrd="0" destOrd="0" presId="urn:microsoft.com/office/officeart/2018/2/layout/IconLabelList"/>
    <dgm:cxn modelId="{B34E0AF8-8560-4608-A0F3-B42F7DAA3279}" srcId="{C3268360-A018-485A-A4E5-CA068E1C5F76}" destId="{53266CA5-BD77-4631-967D-206D42B4E0FA}" srcOrd="1" destOrd="0" parTransId="{2F70C9A8-917E-4E8A-8233-2E618F26C7C4}" sibTransId="{884DF3B3-D621-4D83-A3BA-F83D23889DAD}"/>
    <dgm:cxn modelId="{B5FF1FA6-47AD-49FB-9537-1512F65005E6}" type="presParOf" srcId="{AC5AE7B0-BAD2-4FAB-B487-972A8361F623}" destId="{75E6E47A-94ED-43AC-AFB4-BD0B316FE9B0}" srcOrd="0" destOrd="0" presId="urn:microsoft.com/office/officeart/2018/2/layout/IconLabelList"/>
    <dgm:cxn modelId="{5D2DFD9A-D0AD-4C88-B508-B014EEAE195F}" type="presParOf" srcId="{75E6E47A-94ED-43AC-AFB4-BD0B316FE9B0}" destId="{9C83EC43-8919-43D1-B11B-B11543FC6D93}" srcOrd="0" destOrd="0" presId="urn:microsoft.com/office/officeart/2018/2/layout/IconLabelList"/>
    <dgm:cxn modelId="{EB2A3E6C-0860-4B7D-B0A5-96403FF21909}" type="presParOf" srcId="{75E6E47A-94ED-43AC-AFB4-BD0B316FE9B0}" destId="{4BE5036B-06F8-4578-B6D0-10A02B11AD4E}" srcOrd="1" destOrd="0" presId="urn:microsoft.com/office/officeart/2018/2/layout/IconLabelList"/>
    <dgm:cxn modelId="{3EEA34D1-B5AC-4F2B-83F6-789BB8D0EE84}" type="presParOf" srcId="{75E6E47A-94ED-43AC-AFB4-BD0B316FE9B0}" destId="{8AEC9053-8C6B-4B65-B765-5DB15F854DC1}" srcOrd="2" destOrd="0" presId="urn:microsoft.com/office/officeart/2018/2/layout/IconLabelList"/>
    <dgm:cxn modelId="{147A7A51-9C52-4662-85A6-AE31CB255AE3}" type="presParOf" srcId="{AC5AE7B0-BAD2-4FAB-B487-972A8361F623}" destId="{F16E6639-3538-4A35-8DA3-EAD72DE32468}" srcOrd="1" destOrd="0" presId="urn:microsoft.com/office/officeart/2018/2/layout/IconLabelList"/>
    <dgm:cxn modelId="{C6ABA072-A5FC-431E-8F2F-9D12AE2787B7}" type="presParOf" srcId="{AC5AE7B0-BAD2-4FAB-B487-972A8361F623}" destId="{B1C59156-5888-4033-A358-C7E9DEF793AE}" srcOrd="2" destOrd="0" presId="urn:microsoft.com/office/officeart/2018/2/layout/IconLabelList"/>
    <dgm:cxn modelId="{58DB1716-52F5-4FD2-A8F2-0BBA3F8DA88A}" type="presParOf" srcId="{B1C59156-5888-4033-A358-C7E9DEF793AE}" destId="{635EC8DB-9F9D-4038-ADEE-B9C4CA321236}" srcOrd="0" destOrd="0" presId="urn:microsoft.com/office/officeart/2018/2/layout/IconLabelList"/>
    <dgm:cxn modelId="{95A8495B-EA43-4015-91A5-371DE01EC9E8}" type="presParOf" srcId="{B1C59156-5888-4033-A358-C7E9DEF793AE}" destId="{FAF36BD1-B553-4B56-8FB7-DF96CE633180}" srcOrd="1" destOrd="0" presId="urn:microsoft.com/office/officeart/2018/2/layout/IconLabelList"/>
    <dgm:cxn modelId="{EF6971EC-5012-4E26-B312-9F2A448ABCAF}" type="presParOf" srcId="{B1C59156-5888-4033-A358-C7E9DEF793AE}" destId="{84FB8A42-D8F7-424E-97FE-91F7A630D21A}" srcOrd="2" destOrd="0" presId="urn:microsoft.com/office/officeart/2018/2/layout/IconLabelList"/>
    <dgm:cxn modelId="{768A53B2-EFEE-451A-973E-2753E0BD68E6}" type="presParOf" srcId="{AC5AE7B0-BAD2-4FAB-B487-972A8361F623}" destId="{BE4A92C3-707D-455B-A9EE-D223D905C5CE}" srcOrd="3" destOrd="0" presId="urn:microsoft.com/office/officeart/2018/2/layout/IconLabelList"/>
    <dgm:cxn modelId="{94EDDC1E-8AA5-40E1-A8A1-B4598B20881D}" type="presParOf" srcId="{AC5AE7B0-BAD2-4FAB-B487-972A8361F623}" destId="{B65B8581-32DE-49F7-98C8-4EC81C6A7397}" srcOrd="4" destOrd="0" presId="urn:microsoft.com/office/officeart/2018/2/layout/IconLabelList"/>
    <dgm:cxn modelId="{4298BD14-B3F9-4518-ACE8-44C90E396BA3}" type="presParOf" srcId="{B65B8581-32DE-49F7-98C8-4EC81C6A7397}" destId="{10900CF3-AE03-4229-B91F-CC2E8974DB09}" srcOrd="0" destOrd="0" presId="urn:microsoft.com/office/officeart/2018/2/layout/IconLabelList"/>
    <dgm:cxn modelId="{BD3FAF3F-D9CF-4F2E-8AD5-7A8BD21CD951}" type="presParOf" srcId="{B65B8581-32DE-49F7-98C8-4EC81C6A7397}" destId="{D3538B6D-8580-4211-8DA8-AF350D7E765E}" srcOrd="1" destOrd="0" presId="urn:microsoft.com/office/officeart/2018/2/layout/IconLabelList"/>
    <dgm:cxn modelId="{4FAF5CD5-6930-45D2-851F-C4B2401FC222}" type="presParOf" srcId="{B65B8581-32DE-49F7-98C8-4EC81C6A7397}" destId="{6E22EB7D-DEBF-4CEC-91C2-9D811E3D260D}" srcOrd="2" destOrd="0" presId="urn:microsoft.com/office/officeart/2018/2/layout/IconLabelList"/>
    <dgm:cxn modelId="{E7686C3B-4677-4AFF-B6B1-7A660256ADCD}" type="presParOf" srcId="{AC5AE7B0-BAD2-4FAB-B487-972A8361F623}" destId="{A5F525F4-76A2-42B8-AB20-9C75BE63661D}" srcOrd="5" destOrd="0" presId="urn:microsoft.com/office/officeart/2018/2/layout/IconLabelList"/>
    <dgm:cxn modelId="{2387C947-6634-488D-A197-DF258FEF7773}" type="presParOf" srcId="{AC5AE7B0-BAD2-4FAB-B487-972A8361F623}" destId="{91A3C072-9D74-46F5-8F9E-EA47A2B356AB}" srcOrd="6" destOrd="0" presId="urn:microsoft.com/office/officeart/2018/2/layout/IconLabelList"/>
    <dgm:cxn modelId="{935C1D49-287E-41D2-9827-0CAFFF290043}" type="presParOf" srcId="{91A3C072-9D74-46F5-8F9E-EA47A2B356AB}" destId="{53421505-21E7-4C82-838E-A95383DE3DD6}" srcOrd="0" destOrd="0" presId="urn:microsoft.com/office/officeart/2018/2/layout/IconLabelList"/>
    <dgm:cxn modelId="{148FD8DF-C217-444E-9875-9BF86D2287EF}" type="presParOf" srcId="{91A3C072-9D74-46F5-8F9E-EA47A2B356AB}" destId="{2CBA8BBF-8F47-4C04-816F-57CD9EBB987A}" srcOrd="1" destOrd="0" presId="urn:microsoft.com/office/officeart/2018/2/layout/IconLabelList"/>
    <dgm:cxn modelId="{9F390541-ADDB-434E-BA9A-C657254A9254}" type="presParOf" srcId="{91A3C072-9D74-46F5-8F9E-EA47A2B356AB}" destId="{5CBF4B76-B0EE-4504-800E-82B7BAA253F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1E89C99-214A-44E6-B060-262945AA46A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F52955F-4E05-45E6-861C-70ACFC0CCBE0}">
      <dgm:prSet/>
      <dgm:spPr/>
      <dgm:t>
        <a:bodyPr/>
        <a:lstStyle/>
        <a:p>
          <a:pPr>
            <a:defRPr cap="all"/>
          </a:pPr>
          <a:r>
            <a:rPr lang="en-US"/>
            <a:t>Centralized, accurate diet tracking</a:t>
          </a:r>
        </a:p>
      </dgm:t>
    </dgm:pt>
    <dgm:pt modelId="{37A4A2AA-C902-4839-892E-F08036F63B77}" type="parTrans" cxnId="{D6FF72B2-FCAC-46F7-8600-59E8D3A4F8DA}">
      <dgm:prSet/>
      <dgm:spPr/>
      <dgm:t>
        <a:bodyPr/>
        <a:lstStyle/>
        <a:p>
          <a:endParaRPr lang="en-US"/>
        </a:p>
      </dgm:t>
    </dgm:pt>
    <dgm:pt modelId="{F4CC1369-2A28-4E41-8F63-BD4B32195850}" type="sibTrans" cxnId="{D6FF72B2-FCAC-46F7-8600-59E8D3A4F8DA}">
      <dgm:prSet/>
      <dgm:spPr/>
      <dgm:t>
        <a:bodyPr/>
        <a:lstStyle/>
        <a:p>
          <a:endParaRPr lang="en-US"/>
        </a:p>
      </dgm:t>
    </dgm:pt>
    <dgm:pt modelId="{E3E1063C-BE31-431C-8BEE-6CC150E5D854}">
      <dgm:prSet/>
      <dgm:spPr/>
      <dgm:t>
        <a:bodyPr/>
        <a:lstStyle/>
        <a:p>
          <a:pPr>
            <a:defRPr cap="all"/>
          </a:pPr>
          <a:r>
            <a:rPr lang="en-US"/>
            <a:t>Reduces manual errors</a:t>
          </a:r>
        </a:p>
      </dgm:t>
    </dgm:pt>
    <dgm:pt modelId="{B9B6BFC4-8B09-47E0-937D-0DEC71007DE5}" type="parTrans" cxnId="{4E0B2CC5-9744-4775-8D2D-4602A8D38AA6}">
      <dgm:prSet/>
      <dgm:spPr/>
      <dgm:t>
        <a:bodyPr/>
        <a:lstStyle/>
        <a:p>
          <a:endParaRPr lang="en-US"/>
        </a:p>
      </dgm:t>
    </dgm:pt>
    <dgm:pt modelId="{0146A409-A11C-42B5-9A55-6F4438E963A6}" type="sibTrans" cxnId="{4E0B2CC5-9744-4775-8D2D-4602A8D38AA6}">
      <dgm:prSet/>
      <dgm:spPr/>
      <dgm:t>
        <a:bodyPr/>
        <a:lstStyle/>
        <a:p>
          <a:endParaRPr lang="en-US"/>
        </a:p>
      </dgm:t>
    </dgm:pt>
    <dgm:pt modelId="{1679744A-4D85-4A86-958C-F7381A753333}">
      <dgm:prSet/>
      <dgm:spPr/>
      <dgm:t>
        <a:bodyPr/>
        <a:lstStyle/>
        <a:p>
          <a:pPr>
            <a:defRPr cap="all"/>
          </a:pPr>
          <a:r>
            <a:rPr lang="en-US"/>
            <a:t>Admin oversight = coaching &amp; accountability</a:t>
          </a:r>
        </a:p>
      </dgm:t>
    </dgm:pt>
    <dgm:pt modelId="{FD63459F-F82C-413C-8025-374977F86E2F}" type="parTrans" cxnId="{4248CAD2-CFE3-4508-A9CC-08AA6E0474FF}">
      <dgm:prSet/>
      <dgm:spPr/>
      <dgm:t>
        <a:bodyPr/>
        <a:lstStyle/>
        <a:p>
          <a:endParaRPr lang="en-US"/>
        </a:p>
      </dgm:t>
    </dgm:pt>
    <dgm:pt modelId="{88AC883D-8D62-4567-B6C0-0ADD7484D5DE}" type="sibTrans" cxnId="{4248CAD2-CFE3-4508-A9CC-08AA6E0474FF}">
      <dgm:prSet/>
      <dgm:spPr/>
      <dgm:t>
        <a:bodyPr/>
        <a:lstStyle/>
        <a:p>
          <a:endParaRPr lang="en-US"/>
        </a:p>
      </dgm:t>
    </dgm:pt>
    <dgm:pt modelId="{E10B6959-AA6F-4A70-B2E4-ADF1BCDBC757}">
      <dgm:prSet/>
      <dgm:spPr/>
      <dgm:t>
        <a:bodyPr/>
        <a:lstStyle/>
        <a:p>
          <a:pPr>
            <a:defRPr cap="all"/>
          </a:pPr>
          <a:r>
            <a:rPr lang="en-US"/>
            <a:t>Strong architecture (DAO + Swing + MySQL)</a:t>
          </a:r>
        </a:p>
      </dgm:t>
    </dgm:pt>
    <dgm:pt modelId="{B3525B94-2FE1-4973-8DB5-9F8B2882CA0C}" type="parTrans" cxnId="{099289E5-351E-45D8-803A-7FFCCD8BCEC8}">
      <dgm:prSet/>
      <dgm:spPr/>
      <dgm:t>
        <a:bodyPr/>
        <a:lstStyle/>
        <a:p>
          <a:endParaRPr lang="en-US"/>
        </a:p>
      </dgm:t>
    </dgm:pt>
    <dgm:pt modelId="{B031203B-9FEF-4380-8D55-0F2D0EF82883}" type="sibTrans" cxnId="{099289E5-351E-45D8-803A-7FFCCD8BCEC8}">
      <dgm:prSet/>
      <dgm:spPr/>
      <dgm:t>
        <a:bodyPr/>
        <a:lstStyle/>
        <a:p>
          <a:endParaRPr lang="en-US"/>
        </a:p>
      </dgm:t>
    </dgm:pt>
    <dgm:pt modelId="{2679BAC2-A0F1-4A6A-9BA7-7E5A891BF236}" type="pres">
      <dgm:prSet presAssocID="{41E89C99-214A-44E6-B060-262945AA46A2}" presName="root" presStyleCnt="0">
        <dgm:presLayoutVars>
          <dgm:dir/>
          <dgm:resizeHandles val="exact"/>
        </dgm:presLayoutVars>
      </dgm:prSet>
      <dgm:spPr/>
    </dgm:pt>
    <dgm:pt modelId="{40BAC451-3A99-4DA5-8999-BCF13227D3E4}" type="pres">
      <dgm:prSet presAssocID="{8F52955F-4E05-45E6-861C-70ACFC0CCBE0}" presName="compNode" presStyleCnt="0"/>
      <dgm:spPr/>
    </dgm:pt>
    <dgm:pt modelId="{C3AA2AD8-8895-4C8F-8F47-D7E1D37D97D8}" type="pres">
      <dgm:prSet presAssocID="{8F52955F-4E05-45E6-861C-70ACFC0CCBE0}" presName="iconBgRect" presStyleLbl="bgShp" presStyleIdx="0" presStyleCnt="4"/>
      <dgm:spPr/>
    </dgm:pt>
    <dgm:pt modelId="{50279D01-9725-4B04-8341-111D4E02348E}" type="pres">
      <dgm:prSet presAssocID="{8F52955F-4E05-45E6-861C-70ACFC0CCB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1D19697-FFED-401E-8BD3-76A10731D828}" type="pres">
      <dgm:prSet presAssocID="{8F52955F-4E05-45E6-861C-70ACFC0CCBE0}" presName="spaceRect" presStyleCnt="0"/>
      <dgm:spPr/>
    </dgm:pt>
    <dgm:pt modelId="{0CA9399E-5F46-4362-AF4C-FF8FD22885D4}" type="pres">
      <dgm:prSet presAssocID="{8F52955F-4E05-45E6-861C-70ACFC0CCBE0}" presName="textRect" presStyleLbl="revTx" presStyleIdx="0" presStyleCnt="4">
        <dgm:presLayoutVars>
          <dgm:chMax val="1"/>
          <dgm:chPref val="1"/>
        </dgm:presLayoutVars>
      </dgm:prSet>
      <dgm:spPr/>
    </dgm:pt>
    <dgm:pt modelId="{EF3620AB-88FA-4FFC-8632-107B1FE663EC}" type="pres">
      <dgm:prSet presAssocID="{F4CC1369-2A28-4E41-8F63-BD4B32195850}" presName="sibTrans" presStyleCnt="0"/>
      <dgm:spPr/>
    </dgm:pt>
    <dgm:pt modelId="{A2966F0E-AEBF-4D46-8F88-D180A10FC839}" type="pres">
      <dgm:prSet presAssocID="{E3E1063C-BE31-431C-8BEE-6CC150E5D854}" presName="compNode" presStyleCnt="0"/>
      <dgm:spPr/>
    </dgm:pt>
    <dgm:pt modelId="{F4AFF405-13CF-430F-A5FD-7D84D59DBFBC}" type="pres">
      <dgm:prSet presAssocID="{E3E1063C-BE31-431C-8BEE-6CC150E5D854}" presName="iconBgRect" presStyleLbl="bgShp" presStyleIdx="1" presStyleCnt="4"/>
      <dgm:spPr/>
    </dgm:pt>
    <dgm:pt modelId="{A8A86E5B-3409-4E63-AFE1-018A28B1ACB3}" type="pres">
      <dgm:prSet presAssocID="{E3E1063C-BE31-431C-8BEE-6CC150E5D85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4D67165-6473-4D72-A3F0-65576409AA13}" type="pres">
      <dgm:prSet presAssocID="{E3E1063C-BE31-431C-8BEE-6CC150E5D854}" presName="spaceRect" presStyleCnt="0"/>
      <dgm:spPr/>
    </dgm:pt>
    <dgm:pt modelId="{43A26424-013F-4312-8FC1-FB9AA74C1E80}" type="pres">
      <dgm:prSet presAssocID="{E3E1063C-BE31-431C-8BEE-6CC150E5D854}" presName="textRect" presStyleLbl="revTx" presStyleIdx="1" presStyleCnt="4">
        <dgm:presLayoutVars>
          <dgm:chMax val="1"/>
          <dgm:chPref val="1"/>
        </dgm:presLayoutVars>
      </dgm:prSet>
      <dgm:spPr/>
    </dgm:pt>
    <dgm:pt modelId="{46A96243-3F60-4762-BCC6-EDDCEAAB1022}" type="pres">
      <dgm:prSet presAssocID="{0146A409-A11C-42B5-9A55-6F4438E963A6}" presName="sibTrans" presStyleCnt="0"/>
      <dgm:spPr/>
    </dgm:pt>
    <dgm:pt modelId="{06639B44-2739-4CD7-A5C2-509D2F2D18A0}" type="pres">
      <dgm:prSet presAssocID="{1679744A-4D85-4A86-958C-F7381A753333}" presName="compNode" presStyleCnt="0"/>
      <dgm:spPr/>
    </dgm:pt>
    <dgm:pt modelId="{BE19EE27-25D4-462D-AC74-D38C87B267D7}" type="pres">
      <dgm:prSet presAssocID="{1679744A-4D85-4A86-958C-F7381A753333}" presName="iconBgRect" presStyleLbl="bgShp" presStyleIdx="2" presStyleCnt="4"/>
      <dgm:spPr/>
    </dgm:pt>
    <dgm:pt modelId="{2CE22194-CB33-468B-B992-4D45CC8D3215}" type="pres">
      <dgm:prSet presAssocID="{1679744A-4D85-4A86-958C-F7381A7533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AD8988F-2B6A-4B69-83A7-26D801B3F86C}" type="pres">
      <dgm:prSet presAssocID="{1679744A-4D85-4A86-958C-F7381A753333}" presName="spaceRect" presStyleCnt="0"/>
      <dgm:spPr/>
    </dgm:pt>
    <dgm:pt modelId="{4345A076-162C-418D-9EC9-D101547CC5D5}" type="pres">
      <dgm:prSet presAssocID="{1679744A-4D85-4A86-958C-F7381A753333}" presName="textRect" presStyleLbl="revTx" presStyleIdx="2" presStyleCnt="4">
        <dgm:presLayoutVars>
          <dgm:chMax val="1"/>
          <dgm:chPref val="1"/>
        </dgm:presLayoutVars>
      </dgm:prSet>
      <dgm:spPr/>
    </dgm:pt>
    <dgm:pt modelId="{6D3A0E97-AA1C-4D46-B580-F529145E4A6E}" type="pres">
      <dgm:prSet presAssocID="{88AC883D-8D62-4567-B6C0-0ADD7484D5DE}" presName="sibTrans" presStyleCnt="0"/>
      <dgm:spPr/>
    </dgm:pt>
    <dgm:pt modelId="{427DD0D1-DDDC-4354-9404-FB6FA5A1E538}" type="pres">
      <dgm:prSet presAssocID="{E10B6959-AA6F-4A70-B2E4-ADF1BCDBC757}" presName="compNode" presStyleCnt="0"/>
      <dgm:spPr/>
    </dgm:pt>
    <dgm:pt modelId="{BD8F155E-2B1F-477D-8F07-07909AB8D03F}" type="pres">
      <dgm:prSet presAssocID="{E10B6959-AA6F-4A70-B2E4-ADF1BCDBC757}" presName="iconBgRect" presStyleLbl="bgShp" presStyleIdx="3" presStyleCnt="4"/>
      <dgm:spPr/>
    </dgm:pt>
    <dgm:pt modelId="{7E425544-5447-4437-A27F-CD7DDFB5130C}" type="pres">
      <dgm:prSet presAssocID="{E10B6959-AA6F-4A70-B2E4-ADF1BCDBC75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BD6A9D7-C232-4A30-A90E-BAB686F04D1B}" type="pres">
      <dgm:prSet presAssocID="{E10B6959-AA6F-4A70-B2E4-ADF1BCDBC757}" presName="spaceRect" presStyleCnt="0"/>
      <dgm:spPr/>
    </dgm:pt>
    <dgm:pt modelId="{BC4113D9-CA5D-4C26-9A68-CD474F790FF7}" type="pres">
      <dgm:prSet presAssocID="{E10B6959-AA6F-4A70-B2E4-ADF1BCDBC75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1088D07-882A-4231-8C57-275EB86A348A}" type="presOf" srcId="{E3E1063C-BE31-431C-8BEE-6CC150E5D854}" destId="{43A26424-013F-4312-8FC1-FB9AA74C1E80}" srcOrd="0" destOrd="0" presId="urn:microsoft.com/office/officeart/2018/5/layout/IconCircleLabelList"/>
    <dgm:cxn modelId="{539E3E35-9E8C-4954-B3EB-6EE0387854A7}" type="presOf" srcId="{E10B6959-AA6F-4A70-B2E4-ADF1BCDBC757}" destId="{BC4113D9-CA5D-4C26-9A68-CD474F790FF7}" srcOrd="0" destOrd="0" presId="urn:microsoft.com/office/officeart/2018/5/layout/IconCircleLabelList"/>
    <dgm:cxn modelId="{D6FF72B2-FCAC-46F7-8600-59E8D3A4F8DA}" srcId="{41E89C99-214A-44E6-B060-262945AA46A2}" destId="{8F52955F-4E05-45E6-861C-70ACFC0CCBE0}" srcOrd="0" destOrd="0" parTransId="{37A4A2AA-C902-4839-892E-F08036F63B77}" sibTransId="{F4CC1369-2A28-4E41-8F63-BD4B32195850}"/>
    <dgm:cxn modelId="{4E0B2CC5-9744-4775-8D2D-4602A8D38AA6}" srcId="{41E89C99-214A-44E6-B060-262945AA46A2}" destId="{E3E1063C-BE31-431C-8BEE-6CC150E5D854}" srcOrd="1" destOrd="0" parTransId="{B9B6BFC4-8B09-47E0-937D-0DEC71007DE5}" sibTransId="{0146A409-A11C-42B5-9A55-6F4438E963A6}"/>
    <dgm:cxn modelId="{0B0D88C9-3CF3-4DD5-9F83-CCC53B637A8B}" type="presOf" srcId="{1679744A-4D85-4A86-958C-F7381A753333}" destId="{4345A076-162C-418D-9EC9-D101547CC5D5}" srcOrd="0" destOrd="0" presId="urn:microsoft.com/office/officeart/2018/5/layout/IconCircleLabelList"/>
    <dgm:cxn modelId="{4248CAD2-CFE3-4508-A9CC-08AA6E0474FF}" srcId="{41E89C99-214A-44E6-B060-262945AA46A2}" destId="{1679744A-4D85-4A86-958C-F7381A753333}" srcOrd="2" destOrd="0" parTransId="{FD63459F-F82C-413C-8025-374977F86E2F}" sibTransId="{88AC883D-8D62-4567-B6C0-0ADD7484D5DE}"/>
    <dgm:cxn modelId="{70C6B6DD-A08D-40B8-8584-E2B8CEC613B4}" type="presOf" srcId="{8F52955F-4E05-45E6-861C-70ACFC0CCBE0}" destId="{0CA9399E-5F46-4362-AF4C-FF8FD22885D4}" srcOrd="0" destOrd="0" presId="urn:microsoft.com/office/officeart/2018/5/layout/IconCircleLabelList"/>
    <dgm:cxn modelId="{3FB4CDE2-EF4E-410A-B6FF-49D5C587590B}" type="presOf" srcId="{41E89C99-214A-44E6-B060-262945AA46A2}" destId="{2679BAC2-A0F1-4A6A-9BA7-7E5A891BF236}" srcOrd="0" destOrd="0" presId="urn:microsoft.com/office/officeart/2018/5/layout/IconCircleLabelList"/>
    <dgm:cxn modelId="{099289E5-351E-45D8-803A-7FFCCD8BCEC8}" srcId="{41E89C99-214A-44E6-B060-262945AA46A2}" destId="{E10B6959-AA6F-4A70-B2E4-ADF1BCDBC757}" srcOrd="3" destOrd="0" parTransId="{B3525B94-2FE1-4973-8DB5-9F8B2882CA0C}" sibTransId="{B031203B-9FEF-4380-8D55-0F2D0EF82883}"/>
    <dgm:cxn modelId="{3C300671-DE92-443A-B963-D554186B723B}" type="presParOf" srcId="{2679BAC2-A0F1-4A6A-9BA7-7E5A891BF236}" destId="{40BAC451-3A99-4DA5-8999-BCF13227D3E4}" srcOrd="0" destOrd="0" presId="urn:microsoft.com/office/officeart/2018/5/layout/IconCircleLabelList"/>
    <dgm:cxn modelId="{57621575-83B7-4530-B342-54A57415265A}" type="presParOf" srcId="{40BAC451-3A99-4DA5-8999-BCF13227D3E4}" destId="{C3AA2AD8-8895-4C8F-8F47-D7E1D37D97D8}" srcOrd="0" destOrd="0" presId="urn:microsoft.com/office/officeart/2018/5/layout/IconCircleLabelList"/>
    <dgm:cxn modelId="{00C3AF7E-2348-4140-9C59-593742F47C2A}" type="presParOf" srcId="{40BAC451-3A99-4DA5-8999-BCF13227D3E4}" destId="{50279D01-9725-4B04-8341-111D4E02348E}" srcOrd="1" destOrd="0" presId="urn:microsoft.com/office/officeart/2018/5/layout/IconCircleLabelList"/>
    <dgm:cxn modelId="{3E1A8D78-9173-41B8-8F3B-E80A5CBA14CD}" type="presParOf" srcId="{40BAC451-3A99-4DA5-8999-BCF13227D3E4}" destId="{B1D19697-FFED-401E-8BD3-76A10731D828}" srcOrd="2" destOrd="0" presId="urn:microsoft.com/office/officeart/2018/5/layout/IconCircleLabelList"/>
    <dgm:cxn modelId="{6F07A490-9750-49D4-AED4-0D5E13F0CDAC}" type="presParOf" srcId="{40BAC451-3A99-4DA5-8999-BCF13227D3E4}" destId="{0CA9399E-5F46-4362-AF4C-FF8FD22885D4}" srcOrd="3" destOrd="0" presId="urn:microsoft.com/office/officeart/2018/5/layout/IconCircleLabelList"/>
    <dgm:cxn modelId="{52040B35-9C18-4057-8295-0DFDEACEE357}" type="presParOf" srcId="{2679BAC2-A0F1-4A6A-9BA7-7E5A891BF236}" destId="{EF3620AB-88FA-4FFC-8632-107B1FE663EC}" srcOrd="1" destOrd="0" presId="urn:microsoft.com/office/officeart/2018/5/layout/IconCircleLabelList"/>
    <dgm:cxn modelId="{69BDD583-632D-415F-A25A-F54FDE11EB8A}" type="presParOf" srcId="{2679BAC2-A0F1-4A6A-9BA7-7E5A891BF236}" destId="{A2966F0E-AEBF-4D46-8F88-D180A10FC839}" srcOrd="2" destOrd="0" presId="urn:microsoft.com/office/officeart/2018/5/layout/IconCircleLabelList"/>
    <dgm:cxn modelId="{9C7448B8-F163-4780-9EDA-2315AD0DE595}" type="presParOf" srcId="{A2966F0E-AEBF-4D46-8F88-D180A10FC839}" destId="{F4AFF405-13CF-430F-A5FD-7D84D59DBFBC}" srcOrd="0" destOrd="0" presId="urn:microsoft.com/office/officeart/2018/5/layout/IconCircleLabelList"/>
    <dgm:cxn modelId="{6342EBFD-0F23-49EB-A606-F7CFD24D4762}" type="presParOf" srcId="{A2966F0E-AEBF-4D46-8F88-D180A10FC839}" destId="{A8A86E5B-3409-4E63-AFE1-018A28B1ACB3}" srcOrd="1" destOrd="0" presId="urn:microsoft.com/office/officeart/2018/5/layout/IconCircleLabelList"/>
    <dgm:cxn modelId="{0458BCC1-5FE0-4417-9C71-4EA0172C3552}" type="presParOf" srcId="{A2966F0E-AEBF-4D46-8F88-D180A10FC839}" destId="{F4D67165-6473-4D72-A3F0-65576409AA13}" srcOrd="2" destOrd="0" presId="urn:microsoft.com/office/officeart/2018/5/layout/IconCircleLabelList"/>
    <dgm:cxn modelId="{1B91E1FB-2C1D-4BF1-A742-E7F6503EB7F8}" type="presParOf" srcId="{A2966F0E-AEBF-4D46-8F88-D180A10FC839}" destId="{43A26424-013F-4312-8FC1-FB9AA74C1E80}" srcOrd="3" destOrd="0" presId="urn:microsoft.com/office/officeart/2018/5/layout/IconCircleLabelList"/>
    <dgm:cxn modelId="{B874BF1A-53C5-4A4E-9713-6EB235AB1A43}" type="presParOf" srcId="{2679BAC2-A0F1-4A6A-9BA7-7E5A891BF236}" destId="{46A96243-3F60-4762-BCC6-EDDCEAAB1022}" srcOrd="3" destOrd="0" presId="urn:microsoft.com/office/officeart/2018/5/layout/IconCircleLabelList"/>
    <dgm:cxn modelId="{6FBB701F-D8C9-49B0-AAA0-E96BD55C2EC7}" type="presParOf" srcId="{2679BAC2-A0F1-4A6A-9BA7-7E5A891BF236}" destId="{06639B44-2739-4CD7-A5C2-509D2F2D18A0}" srcOrd="4" destOrd="0" presId="urn:microsoft.com/office/officeart/2018/5/layout/IconCircleLabelList"/>
    <dgm:cxn modelId="{F497ECA9-8AB9-4F29-8613-214693FE1FE2}" type="presParOf" srcId="{06639B44-2739-4CD7-A5C2-509D2F2D18A0}" destId="{BE19EE27-25D4-462D-AC74-D38C87B267D7}" srcOrd="0" destOrd="0" presId="urn:microsoft.com/office/officeart/2018/5/layout/IconCircleLabelList"/>
    <dgm:cxn modelId="{A401919E-EEB2-461A-9E01-C45892FDC17D}" type="presParOf" srcId="{06639B44-2739-4CD7-A5C2-509D2F2D18A0}" destId="{2CE22194-CB33-468B-B992-4D45CC8D3215}" srcOrd="1" destOrd="0" presId="urn:microsoft.com/office/officeart/2018/5/layout/IconCircleLabelList"/>
    <dgm:cxn modelId="{E7BB8C01-0319-415C-A030-DD2227F84F31}" type="presParOf" srcId="{06639B44-2739-4CD7-A5C2-509D2F2D18A0}" destId="{6AD8988F-2B6A-4B69-83A7-26D801B3F86C}" srcOrd="2" destOrd="0" presId="urn:microsoft.com/office/officeart/2018/5/layout/IconCircleLabelList"/>
    <dgm:cxn modelId="{C944FECE-2E4A-40F7-B542-CF0D34BA1FAD}" type="presParOf" srcId="{06639B44-2739-4CD7-A5C2-509D2F2D18A0}" destId="{4345A076-162C-418D-9EC9-D101547CC5D5}" srcOrd="3" destOrd="0" presId="urn:microsoft.com/office/officeart/2018/5/layout/IconCircleLabelList"/>
    <dgm:cxn modelId="{7ED33FFA-5681-409B-94BF-5788B7CB1F36}" type="presParOf" srcId="{2679BAC2-A0F1-4A6A-9BA7-7E5A891BF236}" destId="{6D3A0E97-AA1C-4D46-B580-F529145E4A6E}" srcOrd="5" destOrd="0" presId="urn:microsoft.com/office/officeart/2018/5/layout/IconCircleLabelList"/>
    <dgm:cxn modelId="{18B50CD4-56F3-4EA4-BF03-501494162B09}" type="presParOf" srcId="{2679BAC2-A0F1-4A6A-9BA7-7E5A891BF236}" destId="{427DD0D1-DDDC-4354-9404-FB6FA5A1E538}" srcOrd="6" destOrd="0" presId="urn:microsoft.com/office/officeart/2018/5/layout/IconCircleLabelList"/>
    <dgm:cxn modelId="{5BDD752E-297B-4C68-820A-F236212B2264}" type="presParOf" srcId="{427DD0D1-DDDC-4354-9404-FB6FA5A1E538}" destId="{BD8F155E-2B1F-477D-8F07-07909AB8D03F}" srcOrd="0" destOrd="0" presId="urn:microsoft.com/office/officeart/2018/5/layout/IconCircleLabelList"/>
    <dgm:cxn modelId="{8D6300C1-4789-4866-B406-72A42BE0A03D}" type="presParOf" srcId="{427DD0D1-DDDC-4354-9404-FB6FA5A1E538}" destId="{7E425544-5447-4437-A27F-CD7DDFB5130C}" srcOrd="1" destOrd="0" presId="urn:microsoft.com/office/officeart/2018/5/layout/IconCircleLabelList"/>
    <dgm:cxn modelId="{AED960B6-C01F-4BDC-8980-B42DEF773726}" type="presParOf" srcId="{427DD0D1-DDDC-4354-9404-FB6FA5A1E538}" destId="{FBD6A9D7-C232-4A30-A90E-BAB686F04D1B}" srcOrd="2" destOrd="0" presId="urn:microsoft.com/office/officeart/2018/5/layout/IconCircleLabelList"/>
    <dgm:cxn modelId="{BC569DD6-D4F7-458B-BF12-840D4BA8DF5C}" type="presParOf" srcId="{427DD0D1-DDDC-4354-9404-FB6FA5A1E538}" destId="{BC4113D9-CA5D-4C26-9A68-CD474F790FF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3DD285E-7052-469C-99C6-724166226FD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8AB0E7-C44E-49CB-A127-B5D5CF350DED}">
      <dgm:prSet/>
      <dgm:spPr/>
      <dgm:t>
        <a:bodyPr/>
        <a:lstStyle/>
        <a:p>
          <a:r>
            <a:rPr lang="en-US"/>
            <a:t>Mobile app (Android/iOS)</a:t>
          </a:r>
        </a:p>
      </dgm:t>
    </dgm:pt>
    <dgm:pt modelId="{C2993116-2B7C-4569-B543-80E61450D429}" type="parTrans" cxnId="{5ABDB894-B10C-418F-B76B-657811D3856A}">
      <dgm:prSet/>
      <dgm:spPr/>
      <dgm:t>
        <a:bodyPr/>
        <a:lstStyle/>
        <a:p>
          <a:endParaRPr lang="en-US"/>
        </a:p>
      </dgm:t>
    </dgm:pt>
    <dgm:pt modelId="{631E9B45-A574-4FD8-A731-F194C71C21F3}" type="sibTrans" cxnId="{5ABDB894-B10C-418F-B76B-657811D3856A}">
      <dgm:prSet/>
      <dgm:spPr/>
      <dgm:t>
        <a:bodyPr/>
        <a:lstStyle/>
        <a:p>
          <a:endParaRPr lang="en-US"/>
        </a:p>
      </dgm:t>
    </dgm:pt>
    <dgm:pt modelId="{58245A20-5208-44DA-BA03-E42529721B6B}">
      <dgm:prSet/>
      <dgm:spPr/>
      <dgm:t>
        <a:bodyPr/>
        <a:lstStyle/>
        <a:p>
          <a:r>
            <a:rPr lang="en-US"/>
            <a:t>Cloud sync &amp; dashboards</a:t>
          </a:r>
        </a:p>
      </dgm:t>
    </dgm:pt>
    <dgm:pt modelId="{3CBCD5AA-852A-4DDB-9247-0A12BE3121E5}" type="parTrans" cxnId="{CBE92FF7-B39D-4ED0-A460-0B43ED9E32C2}">
      <dgm:prSet/>
      <dgm:spPr/>
      <dgm:t>
        <a:bodyPr/>
        <a:lstStyle/>
        <a:p>
          <a:endParaRPr lang="en-US"/>
        </a:p>
      </dgm:t>
    </dgm:pt>
    <dgm:pt modelId="{E508E72C-A755-4DBE-8090-8DEFC3473C27}" type="sibTrans" cxnId="{CBE92FF7-B39D-4ED0-A460-0B43ED9E32C2}">
      <dgm:prSet/>
      <dgm:spPr/>
      <dgm:t>
        <a:bodyPr/>
        <a:lstStyle/>
        <a:p>
          <a:endParaRPr lang="en-US"/>
        </a:p>
      </dgm:t>
    </dgm:pt>
    <dgm:pt modelId="{89738AAF-2893-49B5-BA2D-EB6BBB2BE493}">
      <dgm:prSet/>
      <dgm:spPr/>
      <dgm:t>
        <a:bodyPr/>
        <a:lstStyle/>
        <a:p>
          <a:r>
            <a:rPr lang="en-US"/>
            <a:t>Food DB imports &amp; barcode scanning</a:t>
          </a:r>
        </a:p>
      </dgm:t>
    </dgm:pt>
    <dgm:pt modelId="{CC03B60E-A3D8-4B4A-A27B-D11D7A2C6D7B}" type="parTrans" cxnId="{2EF8C849-5F55-451A-B7D9-16CEE66C9751}">
      <dgm:prSet/>
      <dgm:spPr/>
      <dgm:t>
        <a:bodyPr/>
        <a:lstStyle/>
        <a:p>
          <a:endParaRPr lang="en-US"/>
        </a:p>
      </dgm:t>
    </dgm:pt>
    <dgm:pt modelId="{F22602F6-7FC8-4091-869D-E51F0E82AC58}" type="sibTrans" cxnId="{2EF8C849-5F55-451A-B7D9-16CEE66C9751}">
      <dgm:prSet/>
      <dgm:spPr/>
      <dgm:t>
        <a:bodyPr/>
        <a:lstStyle/>
        <a:p>
          <a:endParaRPr lang="en-US"/>
        </a:p>
      </dgm:t>
    </dgm:pt>
    <dgm:pt modelId="{4A0DE55D-BBBA-4984-B621-B744341DA307}">
      <dgm:prSet/>
      <dgm:spPr/>
      <dgm:t>
        <a:bodyPr/>
        <a:lstStyle/>
        <a:p>
          <a:r>
            <a:rPr lang="en-US"/>
            <a:t>Notifications &amp; reminders</a:t>
          </a:r>
        </a:p>
      </dgm:t>
    </dgm:pt>
    <dgm:pt modelId="{D2E5436D-C50D-42DC-A2ED-B096E4DCC3FD}" type="parTrans" cxnId="{F0EF91CA-E777-4BD1-9404-53D741826842}">
      <dgm:prSet/>
      <dgm:spPr/>
      <dgm:t>
        <a:bodyPr/>
        <a:lstStyle/>
        <a:p>
          <a:endParaRPr lang="en-US"/>
        </a:p>
      </dgm:t>
    </dgm:pt>
    <dgm:pt modelId="{63AF875E-1998-4E77-86BD-E0A6E4E0870F}" type="sibTrans" cxnId="{F0EF91CA-E777-4BD1-9404-53D741826842}">
      <dgm:prSet/>
      <dgm:spPr/>
      <dgm:t>
        <a:bodyPr/>
        <a:lstStyle/>
        <a:p>
          <a:endParaRPr lang="en-US"/>
        </a:p>
      </dgm:t>
    </dgm:pt>
    <dgm:pt modelId="{D08C4450-290A-4031-943D-331CE843C731}" type="pres">
      <dgm:prSet presAssocID="{83DD285E-7052-469C-99C6-724166226FDB}" presName="root" presStyleCnt="0">
        <dgm:presLayoutVars>
          <dgm:dir/>
          <dgm:resizeHandles val="exact"/>
        </dgm:presLayoutVars>
      </dgm:prSet>
      <dgm:spPr/>
    </dgm:pt>
    <dgm:pt modelId="{2B380C47-35CA-4F8D-A486-F44FD4C574F3}" type="pres">
      <dgm:prSet presAssocID="{848AB0E7-C44E-49CB-A127-B5D5CF350DED}" presName="compNode" presStyleCnt="0"/>
      <dgm:spPr/>
    </dgm:pt>
    <dgm:pt modelId="{6551C669-A010-40F1-A552-C7015DDA469F}" type="pres">
      <dgm:prSet presAssocID="{848AB0E7-C44E-49CB-A127-B5D5CF350DE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BEB9CA7-8209-4D09-AD78-8A31619D95C7}" type="pres">
      <dgm:prSet presAssocID="{848AB0E7-C44E-49CB-A127-B5D5CF350DED}" presName="spaceRect" presStyleCnt="0"/>
      <dgm:spPr/>
    </dgm:pt>
    <dgm:pt modelId="{8391DB84-721B-455D-BD7C-11E597B4B298}" type="pres">
      <dgm:prSet presAssocID="{848AB0E7-C44E-49CB-A127-B5D5CF350DED}" presName="textRect" presStyleLbl="revTx" presStyleIdx="0" presStyleCnt="4">
        <dgm:presLayoutVars>
          <dgm:chMax val="1"/>
          <dgm:chPref val="1"/>
        </dgm:presLayoutVars>
      </dgm:prSet>
      <dgm:spPr/>
    </dgm:pt>
    <dgm:pt modelId="{E59AEB3C-EA8C-4BEE-8E96-9058E3A1A33B}" type="pres">
      <dgm:prSet presAssocID="{631E9B45-A574-4FD8-A731-F194C71C21F3}" presName="sibTrans" presStyleCnt="0"/>
      <dgm:spPr/>
    </dgm:pt>
    <dgm:pt modelId="{A3CAA74A-9758-4403-85F6-A60041F17674}" type="pres">
      <dgm:prSet presAssocID="{58245A20-5208-44DA-BA03-E42529721B6B}" presName="compNode" presStyleCnt="0"/>
      <dgm:spPr/>
    </dgm:pt>
    <dgm:pt modelId="{3018B65C-8428-43C2-8015-E33C3A86BC8C}" type="pres">
      <dgm:prSet presAssocID="{58245A20-5208-44DA-BA03-E42529721B6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B4FEDD5-14D5-4180-A52F-B841289B33D7}" type="pres">
      <dgm:prSet presAssocID="{58245A20-5208-44DA-BA03-E42529721B6B}" presName="spaceRect" presStyleCnt="0"/>
      <dgm:spPr/>
    </dgm:pt>
    <dgm:pt modelId="{A0EA51F7-9EDA-4A3B-B9CE-9A98630A3B08}" type="pres">
      <dgm:prSet presAssocID="{58245A20-5208-44DA-BA03-E42529721B6B}" presName="textRect" presStyleLbl="revTx" presStyleIdx="1" presStyleCnt="4">
        <dgm:presLayoutVars>
          <dgm:chMax val="1"/>
          <dgm:chPref val="1"/>
        </dgm:presLayoutVars>
      </dgm:prSet>
      <dgm:spPr/>
    </dgm:pt>
    <dgm:pt modelId="{8DAFFF85-F1A5-44C1-BBE2-98F0F2435D64}" type="pres">
      <dgm:prSet presAssocID="{E508E72C-A755-4DBE-8090-8DEFC3473C27}" presName="sibTrans" presStyleCnt="0"/>
      <dgm:spPr/>
    </dgm:pt>
    <dgm:pt modelId="{88EF09C0-C82A-453F-AE6E-14D02D58504A}" type="pres">
      <dgm:prSet presAssocID="{89738AAF-2893-49B5-BA2D-EB6BBB2BE493}" presName="compNode" presStyleCnt="0"/>
      <dgm:spPr/>
    </dgm:pt>
    <dgm:pt modelId="{28503AC9-677E-4475-AEE3-612D01D03829}" type="pres">
      <dgm:prSet presAssocID="{89738AAF-2893-49B5-BA2D-EB6BBB2BE4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24E51E2A-6F60-4A8D-9D16-045E1C352EB4}" type="pres">
      <dgm:prSet presAssocID="{89738AAF-2893-49B5-BA2D-EB6BBB2BE493}" presName="spaceRect" presStyleCnt="0"/>
      <dgm:spPr/>
    </dgm:pt>
    <dgm:pt modelId="{22F78C2F-3F7D-4F44-AEF0-84CC7FC94164}" type="pres">
      <dgm:prSet presAssocID="{89738AAF-2893-49B5-BA2D-EB6BBB2BE493}" presName="textRect" presStyleLbl="revTx" presStyleIdx="2" presStyleCnt="4">
        <dgm:presLayoutVars>
          <dgm:chMax val="1"/>
          <dgm:chPref val="1"/>
        </dgm:presLayoutVars>
      </dgm:prSet>
      <dgm:spPr/>
    </dgm:pt>
    <dgm:pt modelId="{B10B1814-1CF0-4554-9BEF-BCA3F49F6E07}" type="pres">
      <dgm:prSet presAssocID="{F22602F6-7FC8-4091-869D-E51F0E82AC58}" presName="sibTrans" presStyleCnt="0"/>
      <dgm:spPr/>
    </dgm:pt>
    <dgm:pt modelId="{1C9177BC-997C-44BA-AEC6-70563294CD28}" type="pres">
      <dgm:prSet presAssocID="{4A0DE55D-BBBA-4984-B621-B744341DA307}" presName="compNode" presStyleCnt="0"/>
      <dgm:spPr/>
    </dgm:pt>
    <dgm:pt modelId="{C5F8DFA6-C4E0-401E-A403-74AFD0CEAC30}" type="pres">
      <dgm:prSet presAssocID="{4A0DE55D-BBBA-4984-B621-B744341DA30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5670998A-0DAD-4C16-A366-E784BF951B07}" type="pres">
      <dgm:prSet presAssocID="{4A0DE55D-BBBA-4984-B621-B744341DA307}" presName="spaceRect" presStyleCnt="0"/>
      <dgm:spPr/>
    </dgm:pt>
    <dgm:pt modelId="{58A3D58E-9F88-4891-BE07-8FA234C2E12F}" type="pres">
      <dgm:prSet presAssocID="{4A0DE55D-BBBA-4984-B621-B744341DA30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85FCB34-2407-4400-928C-0AC1137391BB}" type="presOf" srcId="{58245A20-5208-44DA-BA03-E42529721B6B}" destId="{A0EA51F7-9EDA-4A3B-B9CE-9A98630A3B08}" srcOrd="0" destOrd="0" presId="urn:microsoft.com/office/officeart/2018/2/layout/IconLabelList"/>
    <dgm:cxn modelId="{2EF8C849-5F55-451A-B7D9-16CEE66C9751}" srcId="{83DD285E-7052-469C-99C6-724166226FDB}" destId="{89738AAF-2893-49B5-BA2D-EB6BBB2BE493}" srcOrd="2" destOrd="0" parTransId="{CC03B60E-A3D8-4B4A-A27B-D11D7A2C6D7B}" sibTransId="{F22602F6-7FC8-4091-869D-E51F0E82AC58}"/>
    <dgm:cxn modelId="{24752C6F-DC24-4D25-A63B-3A65BADC02AE}" type="presOf" srcId="{4A0DE55D-BBBA-4984-B621-B744341DA307}" destId="{58A3D58E-9F88-4891-BE07-8FA234C2E12F}" srcOrd="0" destOrd="0" presId="urn:microsoft.com/office/officeart/2018/2/layout/IconLabelList"/>
    <dgm:cxn modelId="{DDC95D8E-0EF9-4B03-9C36-D3A271579D2A}" type="presOf" srcId="{83DD285E-7052-469C-99C6-724166226FDB}" destId="{D08C4450-290A-4031-943D-331CE843C731}" srcOrd="0" destOrd="0" presId="urn:microsoft.com/office/officeart/2018/2/layout/IconLabelList"/>
    <dgm:cxn modelId="{5ABDB894-B10C-418F-B76B-657811D3856A}" srcId="{83DD285E-7052-469C-99C6-724166226FDB}" destId="{848AB0E7-C44E-49CB-A127-B5D5CF350DED}" srcOrd="0" destOrd="0" parTransId="{C2993116-2B7C-4569-B543-80E61450D429}" sibTransId="{631E9B45-A574-4FD8-A731-F194C71C21F3}"/>
    <dgm:cxn modelId="{8B25CE96-63E5-467E-83D7-20BD69BD1702}" type="presOf" srcId="{848AB0E7-C44E-49CB-A127-B5D5CF350DED}" destId="{8391DB84-721B-455D-BD7C-11E597B4B298}" srcOrd="0" destOrd="0" presId="urn:microsoft.com/office/officeart/2018/2/layout/IconLabelList"/>
    <dgm:cxn modelId="{E31B9EBC-A7F3-4D57-BD90-946B8FD0D28D}" type="presOf" srcId="{89738AAF-2893-49B5-BA2D-EB6BBB2BE493}" destId="{22F78C2F-3F7D-4F44-AEF0-84CC7FC94164}" srcOrd="0" destOrd="0" presId="urn:microsoft.com/office/officeart/2018/2/layout/IconLabelList"/>
    <dgm:cxn modelId="{F0EF91CA-E777-4BD1-9404-53D741826842}" srcId="{83DD285E-7052-469C-99C6-724166226FDB}" destId="{4A0DE55D-BBBA-4984-B621-B744341DA307}" srcOrd="3" destOrd="0" parTransId="{D2E5436D-C50D-42DC-A2ED-B096E4DCC3FD}" sibTransId="{63AF875E-1998-4E77-86BD-E0A6E4E0870F}"/>
    <dgm:cxn modelId="{CBE92FF7-B39D-4ED0-A460-0B43ED9E32C2}" srcId="{83DD285E-7052-469C-99C6-724166226FDB}" destId="{58245A20-5208-44DA-BA03-E42529721B6B}" srcOrd="1" destOrd="0" parTransId="{3CBCD5AA-852A-4DDB-9247-0A12BE3121E5}" sibTransId="{E508E72C-A755-4DBE-8090-8DEFC3473C27}"/>
    <dgm:cxn modelId="{E24E4F03-ABED-4447-9718-B8BC7BEB1447}" type="presParOf" srcId="{D08C4450-290A-4031-943D-331CE843C731}" destId="{2B380C47-35CA-4F8D-A486-F44FD4C574F3}" srcOrd="0" destOrd="0" presId="urn:microsoft.com/office/officeart/2018/2/layout/IconLabelList"/>
    <dgm:cxn modelId="{0FF1BB69-E889-41E6-B22B-4A23EB8192DB}" type="presParOf" srcId="{2B380C47-35CA-4F8D-A486-F44FD4C574F3}" destId="{6551C669-A010-40F1-A552-C7015DDA469F}" srcOrd="0" destOrd="0" presId="urn:microsoft.com/office/officeart/2018/2/layout/IconLabelList"/>
    <dgm:cxn modelId="{FC9A520B-1EC4-4448-8BBB-A4EB91B995A2}" type="presParOf" srcId="{2B380C47-35CA-4F8D-A486-F44FD4C574F3}" destId="{8BEB9CA7-8209-4D09-AD78-8A31619D95C7}" srcOrd="1" destOrd="0" presId="urn:microsoft.com/office/officeart/2018/2/layout/IconLabelList"/>
    <dgm:cxn modelId="{571E53A6-D3ED-4508-B29B-7749E10A152D}" type="presParOf" srcId="{2B380C47-35CA-4F8D-A486-F44FD4C574F3}" destId="{8391DB84-721B-455D-BD7C-11E597B4B298}" srcOrd="2" destOrd="0" presId="urn:microsoft.com/office/officeart/2018/2/layout/IconLabelList"/>
    <dgm:cxn modelId="{D47E4C22-CB82-43C6-9267-56F0F2AF0C42}" type="presParOf" srcId="{D08C4450-290A-4031-943D-331CE843C731}" destId="{E59AEB3C-EA8C-4BEE-8E96-9058E3A1A33B}" srcOrd="1" destOrd="0" presId="urn:microsoft.com/office/officeart/2018/2/layout/IconLabelList"/>
    <dgm:cxn modelId="{317657E2-73CA-4919-8D86-D8530BFB4870}" type="presParOf" srcId="{D08C4450-290A-4031-943D-331CE843C731}" destId="{A3CAA74A-9758-4403-85F6-A60041F17674}" srcOrd="2" destOrd="0" presId="urn:microsoft.com/office/officeart/2018/2/layout/IconLabelList"/>
    <dgm:cxn modelId="{7E62A69B-3861-4DCA-949A-B3D62D1C4D71}" type="presParOf" srcId="{A3CAA74A-9758-4403-85F6-A60041F17674}" destId="{3018B65C-8428-43C2-8015-E33C3A86BC8C}" srcOrd="0" destOrd="0" presId="urn:microsoft.com/office/officeart/2018/2/layout/IconLabelList"/>
    <dgm:cxn modelId="{3334CDB4-82A7-4658-AC21-D51C099558E3}" type="presParOf" srcId="{A3CAA74A-9758-4403-85F6-A60041F17674}" destId="{6B4FEDD5-14D5-4180-A52F-B841289B33D7}" srcOrd="1" destOrd="0" presId="urn:microsoft.com/office/officeart/2018/2/layout/IconLabelList"/>
    <dgm:cxn modelId="{C4F58C00-4D32-4E9C-9679-C397B408F1D5}" type="presParOf" srcId="{A3CAA74A-9758-4403-85F6-A60041F17674}" destId="{A0EA51F7-9EDA-4A3B-B9CE-9A98630A3B08}" srcOrd="2" destOrd="0" presId="urn:microsoft.com/office/officeart/2018/2/layout/IconLabelList"/>
    <dgm:cxn modelId="{EEA3BC80-E959-4E00-9538-606644D18A4D}" type="presParOf" srcId="{D08C4450-290A-4031-943D-331CE843C731}" destId="{8DAFFF85-F1A5-44C1-BBE2-98F0F2435D64}" srcOrd="3" destOrd="0" presId="urn:microsoft.com/office/officeart/2018/2/layout/IconLabelList"/>
    <dgm:cxn modelId="{E82B1836-2F45-49D9-A1F1-3227DC191A06}" type="presParOf" srcId="{D08C4450-290A-4031-943D-331CE843C731}" destId="{88EF09C0-C82A-453F-AE6E-14D02D58504A}" srcOrd="4" destOrd="0" presId="urn:microsoft.com/office/officeart/2018/2/layout/IconLabelList"/>
    <dgm:cxn modelId="{D54552D5-ADF3-4ECB-82F2-C890402832B6}" type="presParOf" srcId="{88EF09C0-C82A-453F-AE6E-14D02D58504A}" destId="{28503AC9-677E-4475-AEE3-612D01D03829}" srcOrd="0" destOrd="0" presId="urn:microsoft.com/office/officeart/2018/2/layout/IconLabelList"/>
    <dgm:cxn modelId="{E2E1B209-AA36-4313-BFFE-36D0F0E73BB0}" type="presParOf" srcId="{88EF09C0-C82A-453F-AE6E-14D02D58504A}" destId="{24E51E2A-6F60-4A8D-9D16-045E1C352EB4}" srcOrd="1" destOrd="0" presId="urn:microsoft.com/office/officeart/2018/2/layout/IconLabelList"/>
    <dgm:cxn modelId="{A2102359-40AB-4343-AC45-A62FDE9EBDCA}" type="presParOf" srcId="{88EF09C0-C82A-453F-AE6E-14D02D58504A}" destId="{22F78C2F-3F7D-4F44-AEF0-84CC7FC94164}" srcOrd="2" destOrd="0" presId="urn:microsoft.com/office/officeart/2018/2/layout/IconLabelList"/>
    <dgm:cxn modelId="{5C9A31F2-43AA-4451-AA90-2A8A776E5123}" type="presParOf" srcId="{D08C4450-290A-4031-943D-331CE843C731}" destId="{B10B1814-1CF0-4554-9BEF-BCA3F49F6E07}" srcOrd="5" destOrd="0" presId="urn:microsoft.com/office/officeart/2018/2/layout/IconLabelList"/>
    <dgm:cxn modelId="{161A395D-C06D-40B4-9A5D-1F890337E981}" type="presParOf" srcId="{D08C4450-290A-4031-943D-331CE843C731}" destId="{1C9177BC-997C-44BA-AEC6-70563294CD28}" srcOrd="6" destOrd="0" presId="urn:microsoft.com/office/officeart/2018/2/layout/IconLabelList"/>
    <dgm:cxn modelId="{56EF47A7-6B13-44F0-8C54-94D7D72F03F0}" type="presParOf" srcId="{1C9177BC-997C-44BA-AEC6-70563294CD28}" destId="{C5F8DFA6-C4E0-401E-A403-74AFD0CEAC30}" srcOrd="0" destOrd="0" presId="urn:microsoft.com/office/officeart/2018/2/layout/IconLabelList"/>
    <dgm:cxn modelId="{E7E88EEE-6E89-43B0-9B3F-6D88505FA3EC}" type="presParOf" srcId="{1C9177BC-997C-44BA-AEC6-70563294CD28}" destId="{5670998A-0DAD-4C16-A366-E784BF951B07}" srcOrd="1" destOrd="0" presId="urn:microsoft.com/office/officeart/2018/2/layout/IconLabelList"/>
    <dgm:cxn modelId="{65389E7E-40B8-44BE-B826-33707D0A0079}" type="presParOf" srcId="{1C9177BC-997C-44BA-AEC6-70563294CD28}" destId="{58A3D58E-9F88-4891-BE07-8FA234C2E12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8B9645-5C1A-417F-AD22-7046547B022E}">
      <dsp:nvSpPr>
        <dsp:cNvPr id="0" name=""/>
        <dsp:cNvSpPr/>
      </dsp:nvSpPr>
      <dsp:spPr>
        <a:xfrm>
          <a:off x="935850" y="7033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76AA1F-D6A0-4CF9-A4E9-FFA5A851461F}">
      <dsp:nvSpPr>
        <dsp:cNvPr id="0" name=""/>
        <dsp:cNvSpPr/>
      </dsp:nvSpPr>
      <dsp:spPr>
        <a:xfrm>
          <a:off x="1308787" y="379971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92FDD5-F26B-49A3-ABE7-0AEDB4EB57EE}">
      <dsp:nvSpPr>
        <dsp:cNvPr id="0" name=""/>
        <dsp:cNvSpPr/>
      </dsp:nvSpPr>
      <dsp:spPr>
        <a:xfrm>
          <a:off x="376443" y="2302033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baseline="0"/>
            <a:t>Traditional diet logging (paper/spreadsheets) → inefficient &amp; error-prone</a:t>
          </a:r>
          <a:endParaRPr lang="en-US" sz="1800" kern="1200"/>
        </a:p>
      </dsp:txBody>
      <dsp:txXfrm>
        <a:off x="376443" y="2302033"/>
        <a:ext cx="2868750" cy="720000"/>
      </dsp:txXfrm>
    </dsp:sp>
    <dsp:sp modelId="{15F33DEF-938E-4371-A7A3-49F2D44B45ED}">
      <dsp:nvSpPr>
        <dsp:cNvPr id="0" name=""/>
        <dsp:cNvSpPr/>
      </dsp:nvSpPr>
      <dsp:spPr>
        <a:xfrm>
          <a:off x="4306631" y="7033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5DE64E-263B-444A-8ED7-FD403B3A82CC}">
      <dsp:nvSpPr>
        <dsp:cNvPr id="0" name=""/>
        <dsp:cNvSpPr/>
      </dsp:nvSpPr>
      <dsp:spPr>
        <a:xfrm>
          <a:off x="4679568" y="379971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100D5-DC6D-4BCA-817A-9851EDC6FDB4}">
      <dsp:nvSpPr>
        <dsp:cNvPr id="0" name=""/>
        <dsp:cNvSpPr/>
      </dsp:nvSpPr>
      <dsp:spPr>
        <a:xfrm>
          <a:off x="3747225" y="2302033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baseline="0"/>
            <a:t>Nutrition Tracker: centralized platform for recording food intake</a:t>
          </a:r>
          <a:endParaRPr lang="en-US" sz="1800" kern="1200"/>
        </a:p>
      </dsp:txBody>
      <dsp:txXfrm>
        <a:off x="3747225" y="2302033"/>
        <a:ext cx="2868750" cy="720000"/>
      </dsp:txXfrm>
    </dsp:sp>
    <dsp:sp modelId="{37E83559-64BC-4951-A979-E01C7DFE22D7}">
      <dsp:nvSpPr>
        <dsp:cNvPr id="0" name=""/>
        <dsp:cNvSpPr/>
      </dsp:nvSpPr>
      <dsp:spPr>
        <a:xfrm>
          <a:off x="7677412" y="7033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294068-8786-47F5-B855-95289A50B564}">
      <dsp:nvSpPr>
        <dsp:cNvPr id="0" name=""/>
        <dsp:cNvSpPr/>
      </dsp:nvSpPr>
      <dsp:spPr>
        <a:xfrm>
          <a:off x="8050350" y="379971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5BDCEB-C163-4151-82DA-BDE79E63F36C}">
      <dsp:nvSpPr>
        <dsp:cNvPr id="0" name=""/>
        <dsp:cNvSpPr/>
      </dsp:nvSpPr>
      <dsp:spPr>
        <a:xfrm>
          <a:off x="7118006" y="2302033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baseline="0"/>
            <a:t>Provides daily summaries, history tracking, and admin oversight</a:t>
          </a:r>
          <a:endParaRPr lang="en-US" sz="1800" kern="1200"/>
        </a:p>
      </dsp:txBody>
      <dsp:txXfrm>
        <a:off x="7118006" y="2302033"/>
        <a:ext cx="28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95D2D-BD95-47F5-BF6C-7EBAE9154E70}">
      <dsp:nvSpPr>
        <dsp:cNvPr id="0" name=""/>
        <dsp:cNvSpPr/>
      </dsp:nvSpPr>
      <dsp:spPr>
        <a:xfrm>
          <a:off x="3036" y="909279"/>
          <a:ext cx="2168032" cy="13767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0766B-EF4A-4E10-AD6F-9160B52A240B}">
      <dsp:nvSpPr>
        <dsp:cNvPr id="0" name=""/>
        <dsp:cNvSpPr/>
      </dsp:nvSpPr>
      <dsp:spPr>
        <a:xfrm>
          <a:off x="243928" y="1138127"/>
          <a:ext cx="2168032" cy="13767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Manual calculations → frequent errors</a:t>
          </a:r>
          <a:endParaRPr lang="en-US" sz="1700" kern="1200"/>
        </a:p>
      </dsp:txBody>
      <dsp:txXfrm>
        <a:off x="284250" y="1178449"/>
        <a:ext cx="2087388" cy="1296056"/>
      </dsp:txXfrm>
    </dsp:sp>
    <dsp:sp modelId="{7D716505-BFEA-4217-AFEB-64AAEB6C91F2}">
      <dsp:nvSpPr>
        <dsp:cNvPr id="0" name=""/>
        <dsp:cNvSpPr/>
      </dsp:nvSpPr>
      <dsp:spPr>
        <a:xfrm>
          <a:off x="2652854" y="909279"/>
          <a:ext cx="2168032" cy="13767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0C2ED-4E04-4157-8FFB-90BB360E0E23}">
      <dsp:nvSpPr>
        <dsp:cNvPr id="0" name=""/>
        <dsp:cNvSpPr/>
      </dsp:nvSpPr>
      <dsp:spPr>
        <a:xfrm>
          <a:off x="2893746" y="1138127"/>
          <a:ext cx="2168032" cy="13767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Duplicate/missing records reduce motivation</a:t>
          </a:r>
          <a:endParaRPr lang="en-US" sz="1700" kern="1200"/>
        </a:p>
      </dsp:txBody>
      <dsp:txXfrm>
        <a:off x="2934068" y="1178449"/>
        <a:ext cx="2087388" cy="1296056"/>
      </dsp:txXfrm>
    </dsp:sp>
    <dsp:sp modelId="{C7A89A64-948F-4C9D-B022-E9D7817BAD6C}">
      <dsp:nvSpPr>
        <dsp:cNvPr id="0" name=""/>
        <dsp:cNvSpPr/>
      </dsp:nvSpPr>
      <dsp:spPr>
        <a:xfrm>
          <a:off x="5302672" y="909279"/>
          <a:ext cx="2168032" cy="13767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85493-1A71-46CF-9708-205486E67330}">
      <dsp:nvSpPr>
        <dsp:cNvPr id="0" name=""/>
        <dsp:cNvSpPr/>
      </dsp:nvSpPr>
      <dsp:spPr>
        <a:xfrm>
          <a:off x="5543564" y="1138127"/>
          <a:ext cx="2168032" cy="13767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Hard to track continuous/cumulative progress</a:t>
          </a:r>
          <a:endParaRPr lang="en-US" sz="1700" kern="1200"/>
        </a:p>
      </dsp:txBody>
      <dsp:txXfrm>
        <a:off x="5583886" y="1178449"/>
        <a:ext cx="2087388" cy="1296056"/>
      </dsp:txXfrm>
    </dsp:sp>
    <dsp:sp modelId="{B70F2E5B-A052-4838-9217-8D0124B96150}">
      <dsp:nvSpPr>
        <dsp:cNvPr id="0" name=""/>
        <dsp:cNvSpPr/>
      </dsp:nvSpPr>
      <dsp:spPr>
        <a:xfrm>
          <a:off x="7952490" y="909279"/>
          <a:ext cx="2168032" cy="13767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C3619-BA1E-4DDF-8480-D173A94CCFF4}">
      <dsp:nvSpPr>
        <dsp:cNvPr id="0" name=""/>
        <dsp:cNvSpPr/>
      </dsp:nvSpPr>
      <dsp:spPr>
        <a:xfrm>
          <a:off x="8193382" y="1138127"/>
          <a:ext cx="2168032" cy="13767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Lack of admin/coach oversight in traditional methods</a:t>
          </a:r>
          <a:endParaRPr lang="en-US" sz="1700" kern="1200"/>
        </a:p>
      </dsp:txBody>
      <dsp:txXfrm>
        <a:off x="8233704" y="1178449"/>
        <a:ext cx="2087388" cy="12960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255B1-59DB-4374-918D-CFBD250C3E98}">
      <dsp:nvSpPr>
        <dsp:cNvPr id="0" name=""/>
        <dsp:cNvSpPr/>
      </dsp:nvSpPr>
      <dsp:spPr>
        <a:xfrm>
          <a:off x="37178" y="365150"/>
          <a:ext cx="891912" cy="8919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CA718-243C-4F25-840B-B1346274BAF8}">
      <dsp:nvSpPr>
        <dsp:cNvPr id="0" name=""/>
        <dsp:cNvSpPr/>
      </dsp:nvSpPr>
      <dsp:spPr>
        <a:xfrm>
          <a:off x="224480" y="552452"/>
          <a:ext cx="517308" cy="5173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FF640-AC34-4FAD-9BEE-B0F6B404BACE}">
      <dsp:nvSpPr>
        <dsp:cNvPr id="0" name=""/>
        <dsp:cNvSpPr/>
      </dsp:nvSpPr>
      <dsp:spPr>
        <a:xfrm>
          <a:off x="1120214" y="365150"/>
          <a:ext cx="2102364" cy="891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Deliver a user-friendly, reliable tracking app</a:t>
          </a:r>
        </a:p>
      </dsp:txBody>
      <dsp:txXfrm>
        <a:off x="1120214" y="365150"/>
        <a:ext cx="2102364" cy="891912"/>
      </dsp:txXfrm>
    </dsp:sp>
    <dsp:sp modelId="{3B5217D7-6C59-4BD1-8A03-85748037E14F}">
      <dsp:nvSpPr>
        <dsp:cNvPr id="0" name=""/>
        <dsp:cNvSpPr/>
      </dsp:nvSpPr>
      <dsp:spPr>
        <a:xfrm>
          <a:off x="3588900" y="365150"/>
          <a:ext cx="891912" cy="8919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8A32F1-9BA3-4873-BB9A-9168278DC2FD}">
      <dsp:nvSpPr>
        <dsp:cNvPr id="0" name=""/>
        <dsp:cNvSpPr/>
      </dsp:nvSpPr>
      <dsp:spPr>
        <a:xfrm>
          <a:off x="3776201" y="552452"/>
          <a:ext cx="517308" cy="5173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45C70-EF66-47DD-8436-2EFB83AD5048}">
      <dsp:nvSpPr>
        <dsp:cNvPr id="0" name=""/>
        <dsp:cNvSpPr/>
      </dsp:nvSpPr>
      <dsp:spPr>
        <a:xfrm>
          <a:off x="4671935" y="365150"/>
          <a:ext cx="2102364" cy="891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Secure authentication &amp; roles (User/Admin)</a:t>
          </a:r>
        </a:p>
      </dsp:txBody>
      <dsp:txXfrm>
        <a:off x="4671935" y="365150"/>
        <a:ext cx="2102364" cy="891912"/>
      </dsp:txXfrm>
    </dsp:sp>
    <dsp:sp modelId="{9F775891-D8BA-4714-9D58-9BD37C68122E}">
      <dsp:nvSpPr>
        <dsp:cNvPr id="0" name=""/>
        <dsp:cNvSpPr/>
      </dsp:nvSpPr>
      <dsp:spPr>
        <a:xfrm>
          <a:off x="7140621" y="365150"/>
          <a:ext cx="891912" cy="8919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5918DF-B7E1-4D73-9D65-4A20AD6D11C8}">
      <dsp:nvSpPr>
        <dsp:cNvPr id="0" name=""/>
        <dsp:cNvSpPr/>
      </dsp:nvSpPr>
      <dsp:spPr>
        <a:xfrm>
          <a:off x="7327922" y="552452"/>
          <a:ext cx="517308" cy="5173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3C8184-6D51-429E-9805-EA4A9F74A837}">
      <dsp:nvSpPr>
        <dsp:cNvPr id="0" name=""/>
        <dsp:cNvSpPr/>
      </dsp:nvSpPr>
      <dsp:spPr>
        <a:xfrm>
          <a:off x="8223657" y="365150"/>
          <a:ext cx="2102364" cy="891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Maintain food catalog with CRUD operations</a:t>
          </a:r>
        </a:p>
      </dsp:txBody>
      <dsp:txXfrm>
        <a:off x="8223657" y="365150"/>
        <a:ext cx="2102364" cy="891912"/>
      </dsp:txXfrm>
    </dsp:sp>
    <dsp:sp modelId="{57F2FC30-2F22-4FD7-9A60-52D020C29327}">
      <dsp:nvSpPr>
        <dsp:cNvPr id="0" name=""/>
        <dsp:cNvSpPr/>
      </dsp:nvSpPr>
      <dsp:spPr>
        <a:xfrm>
          <a:off x="37178" y="1772004"/>
          <a:ext cx="891912" cy="89191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C9A26-1660-456D-B596-9C5ADCCBC8B6}">
      <dsp:nvSpPr>
        <dsp:cNvPr id="0" name=""/>
        <dsp:cNvSpPr/>
      </dsp:nvSpPr>
      <dsp:spPr>
        <a:xfrm>
          <a:off x="224480" y="1959305"/>
          <a:ext cx="517308" cy="5173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A2893-269A-4227-96AC-56BC73D2DFCC}">
      <dsp:nvSpPr>
        <dsp:cNvPr id="0" name=""/>
        <dsp:cNvSpPr/>
      </dsp:nvSpPr>
      <dsp:spPr>
        <a:xfrm>
          <a:off x="1120214" y="1772004"/>
          <a:ext cx="2102364" cy="891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Track consumption &amp; auto-calculate nutrient totals</a:t>
          </a:r>
        </a:p>
      </dsp:txBody>
      <dsp:txXfrm>
        <a:off x="1120214" y="1772004"/>
        <a:ext cx="2102364" cy="891912"/>
      </dsp:txXfrm>
    </dsp:sp>
    <dsp:sp modelId="{99111277-571F-4041-AA50-1A27AC12FA08}">
      <dsp:nvSpPr>
        <dsp:cNvPr id="0" name=""/>
        <dsp:cNvSpPr/>
      </dsp:nvSpPr>
      <dsp:spPr>
        <a:xfrm>
          <a:off x="3588900" y="1772004"/>
          <a:ext cx="891912" cy="89191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7C1B8A-F391-4043-BEDD-D984F0944167}">
      <dsp:nvSpPr>
        <dsp:cNvPr id="0" name=""/>
        <dsp:cNvSpPr/>
      </dsp:nvSpPr>
      <dsp:spPr>
        <a:xfrm>
          <a:off x="3776201" y="1959305"/>
          <a:ext cx="517308" cy="5173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75C2B-83C2-4C7B-BAF8-9ED57EE6CC62}">
      <dsp:nvSpPr>
        <dsp:cNvPr id="0" name=""/>
        <dsp:cNvSpPr/>
      </dsp:nvSpPr>
      <dsp:spPr>
        <a:xfrm>
          <a:off x="4671936" y="1772004"/>
          <a:ext cx="2102364" cy="891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Provide summaries &amp; history view</a:t>
          </a:r>
        </a:p>
      </dsp:txBody>
      <dsp:txXfrm>
        <a:off x="4671936" y="1772004"/>
        <a:ext cx="2102364" cy="891912"/>
      </dsp:txXfrm>
    </dsp:sp>
    <dsp:sp modelId="{ED4F2CA2-EBA8-40C0-99AF-5E3CB66CC29E}">
      <dsp:nvSpPr>
        <dsp:cNvPr id="0" name=""/>
        <dsp:cNvSpPr/>
      </dsp:nvSpPr>
      <dsp:spPr>
        <a:xfrm>
          <a:off x="7140621" y="1772004"/>
          <a:ext cx="891912" cy="8919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9F8B1-CDAC-4DB8-A3A1-AD4B6167E394}">
      <dsp:nvSpPr>
        <dsp:cNvPr id="0" name=""/>
        <dsp:cNvSpPr/>
      </dsp:nvSpPr>
      <dsp:spPr>
        <a:xfrm>
          <a:off x="7327922" y="1959305"/>
          <a:ext cx="517308" cy="51730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4A8FB-03B1-4615-AE2A-253D2CFF4252}">
      <dsp:nvSpPr>
        <dsp:cNvPr id="0" name=""/>
        <dsp:cNvSpPr/>
      </dsp:nvSpPr>
      <dsp:spPr>
        <a:xfrm>
          <a:off x="8223657" y="1772004"/>
          <a:ext cx="2102364" cy="891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Enable admin management &amp; coaching notes</a:t>
          </a:r>
        </a:p>
      </dsp:txBody>
      <dsp:txXfrm>
        <a:off x="8223657" y="1772004"/>
        <a:ext cx="2102364" cy="8919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83EC43-8919-43D1-B11B-B11543FC6D93}">
      <dsp:nvSpPr>
        <dsp:cNvPr id="0" name=""/>
        <dsp:cNvSpPr/>
      </dsp:nvSpPr>
      <dsp:spPr>
        <a:xfrm>
          <a:off x="1072244" y="543697"/>
          <a:ext cx="930420" cy="930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EC9053-8C6B-4B65-B765-5DB15F854DC1}">
      <dsp:nvSpPr>
        <dsp:cNvPr id="0" name=""/>
        <dsp:cNvSpPr/>
      </dsp:nvSpPr>
      <dsp:spPr>
        <a:xfrm>
          <a:off x="503654" y="1765369"/>
          <a:ext cx="20676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Java Swing → User Interface</a:t>
          </a:r>
          <a:endParaRPr lang="en-US" sz="2500" kern="1200"/>
        </a:p>
      </dsp:txBody>
      <dsp:txXfrm>
        <a:off x="503654" y="1765369"/>
        <a:ext cx="2067600" cy="720000"/>
      </dsp:txXfrm>
    </dsp:sp>
    <dsp:sp modelId="{635EC8DB-9F9D-4038-ADEE-B9C4CA321236}">
      <dsp:nvSpPr>
        <dsp:cNvPr id="0" name=""/>
        <dsp:cNvSpPr/>
      </dsp:nvSpPr>
      <dsp:spPr>
        <a:xfrm>
          <a:off x="3501674" y="543697"/>
          <a:ext cx="930420" cy="930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FB8A42-D8F7-424E-97FE-91F7A630D21A}">
      <dsp:nvSpPr>
        <dsp:cNvPr id="0" name=""/>
        <dsp:cNvSpPr/>
      </dsp:nvSpPr>
      <dsp:spPr>
        <a:xfrm>
          <a:off x="2933084" y="1765369"/>
          <a:ext cx="20676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JDBC → Data Access Layer</a:t>
          </a:r>
          <a:endParaRPr lang="en-US" sz="2500" kern="1200"/>
        </a:p>
      </dsp:txBody>
      <dsp:txXfrm>
        <a:off x="2933084" y="1765369"/>
        <a:ext cx="2067600" cy="720000"/>
      </dsp:txXfrm>
    </dsp:sp>
    <dsp:sp modelId="{10900CF3-AE03-4229-B91F-CC2E8974DB09}">
      <dsp:nvSpPr>
        <dsp:cNvPr id="0" name=""/>
        <dsp:cNvSpPr/>
      </dsp:nvSpPr>
      <dsp:spPr>
        <a:xfrm>
          <a:off x="5931104" y="543697"/>
          <a:ext cx="930420" cy="930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2EB7D-DEBF-4CEC-91C2-9D811E3D260D}">
      <dsp:nvSpPr>
        <dsp:cNvPr id="0" name=""/>
        <dsp:cNvSpPr/>
      </dsp:nvSpPr>
      <dsp:spPr>
        <a:xfrm>
          <a:off x="5362514" y="1765369"/>
          <a:ext cx="20676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MySQL → Database</a:t>
          </a:r>
          <a:endParaRPr lang="en-US" sz="2500" kern="1200"/>
        </a:p>
      </dsp:txBody>
      <dsp:txXfrm>
        <a:off x="5362514" y="1765369"/>
        <a:ext cx="2067600" cy="720000"/>
      </dsp:txXfrm>
    </dsp:sp>
    <dsp:sp modelId="{53421505-21E7-4C82-838E-A95383DE3DD6}">
      <dsp:nvSpPr>
        <dsp:cNvPr id="0" name=""/>
        <dsp:cNvSpPr/>
      </dsp:nvSpPr>
      <dsp:spPr>
        <a:xfrm>
          <a:off x="8360535" y="543697"/>
          <a:ext cx="930420" cy="930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F4B76-B0EE-4504-800E-82B7BAA253F3}">
      <dsp:nvSpPr>
        <dsp:cNvPr id="0" name=""/>
        <dsp:cNvSpPr/>
      </dsp:nvSpPr>
      <dsp:spPr>
        <a:xfrm>
          <a:off x="7791945" y="1765369"/>
          <a:ext cx="20676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Role separation: Users vs Admins</a:t>
          </a:r>
          <a:endParaRPr lang="en-US" sz="2500" kern="1200"/>
        </a:p>
      </dsp:txBody>
      <dsp:txXfrm>
        <a:off x="7791945" y="1765369"/>
        <a:ext cx="20676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AA2AD8-8895-4C8F-8F47-D7E1D37D97D8}">
      <dsp:nvSpPr>
        <dsp:cNvPr id="0" name=""/>
        <dsp:cNvSpPr/>
      </dsp:nvSpPr>
      <dsp:spPr>
        <a:xfrm>
          <a:off x="906836" y="327493"/>
          <a:ext cx="1261236" cy="126123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279D01-9725-4B04-8341-111D4E02348E}">
      <dsp:nvSpPr>
        <dsp:cNvPr id="0" name=""/>
        <dsp:cNvSpPr/>
      </dsp:nvSpPr>
      <dsp:spPr>
        <a:xfrm>
          <a:off x="1175624" y="596281"/>
          <a:ext cx="723660" cy="7236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A9399E-5F46-4362-AF4C-FF8FD22885D4}">
      <dsp:nvSpPr>
        <dsp:cNvPr id="0" name=""/>
        <dsp:cNvSpPr/>
      </dsp:nvSpPr>
      <dsp:spPr>
        <a:xfrm>
          <a:off x="503654" y="1981573"/>
          <a:ext cx="20676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Centralized, accurate diet tracking</a:t>
          </a:r>
        </a:p>
      </dsp:txBody>
      <dsp:txXfrm>
        <a:off x="503654" y="1981573"/>
        <a:ext cx="2067600" cy="720000"/>
      </dsp:txXfrm>
    </dsp:sp>
    <dsp:sp modelId="{F4AFF405-13CF-430F-A5FD-7D84D59DBFBC}">
      <dsp:nvSpPr>
        <dsp:cNvPr id="0" name=""/>
        <dsp:cNvSpPr/>
      </dsp:nvSpPr>
      <dsp:spPr>
        <a:xfrm>
          <a:off x="3336266" y="327493"/>
          <a:ext cx="1261236" cy="126123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A86E5B-3409-4E63-AFE1-018A28B1ACB3}">
      <dsp:nvSpPr>
        <dsp:cNvPr id="0" name=""/>
        <dsp:cNvSpPr/>
      </dsp:nvSpPr>
      <dsp:spPr>
        <a:xfrm>
          <a:off x="3605054" y="596281"/>
          <a:ext cx="723660" cy="7236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26424-013F-4312-8FC1-FB9AA74C1E80}">
      <dsp:nvSpPr>
        <dsp:cNvPr id="0" name=""/>
        <dsp:cNvSpPr/>
      </dsp:nvSpPr>
      <dsp:spPr>
        <a:xfrm>
          <a:off x="2933084" y="1981573"/>
          <a:ext cx="20676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Reduces manual errors</a:t>
          </a:r>
        </a:p>
      </dsp:txBody>
      <dsp:txXfrm>
        <a:off x="2933084" y="1981573"/>
        <a:ext cx="2067600" cy="720000"/>
      </dsp:txXfrm>
    </dsp:sp>
    <dsp:sp modelId="{BE19EE27-25D4-462D-AC74-D38C87B267D7}">
      <dsp:nvSpPr>
        <dsp:cNvPr id="0" name=""/>
        <dsp:cNvSpPr/>
      </dsp:nvSpPr>
      <dsp:spPr>
        <a:xfrm>
          <a:off x="5765696" y="327493"/>
          <a:ext cx="1261236" cy="126123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E22194-CB33-468B-B992-4D45CC8D3215}">
      <dsp:nvSpPr>
        <dsp:cNvPr id="0" name=""/>
        <dsp:cNvSpPr/>
      </dsp:nvSpPr>
      <dsp:spPr>
        <a:xfrm>
          <a:off x="6034484" y="596281"/>
          <a:ext cx="723660" cy="7236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5A076-162C-418D-9EC9-D101547CC5D5}">
      <dsp:nvSpPr>
        <dsp:cNvPr id="0" name=""/>
        <dsp:cNvSpPr/>
      </dsp:nvSpPr>
      <dsp:spPr>
        <a:xfrm>
          <a:off x="5362514" y="1981573"/>
          <a:ext cx="20676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Admin oversight = coaching &amp; accountability</a:t>
          </a:r>
        </a:p>
      </dsp:txBody>
      <dsp:txXfrm>
        <a:off x="5362514" y="1981573"/>
        <a:ext cx="2067600" cy="720000"/>
      </dsp:txXfrm>
    </dsp:sp>
    <dsp:sp modelId="{BD8F155E-2B1F-477D-8F07-07909AB8D03F}">
      <dsp:nvSpPr>
        <dsp:cNvPr id="0" name=""/>
        <dsp:cNvSpPr/>
      </dsp:nvSpPr>
      <dsp:spPr>
        <a:xfrm>
          <a:off x="8195127" y="327493"/>
          <a:ext cx="1261236" cy="126123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425544-5447-4437-A27F-CD7DDFB5130C}">
      <dsp:nvSpPr>
        <dsp:cNvPr id="0" name=""/>
        <dsp:cNvSpPr/>
      </dsp:nvSpPr>
      <dsp:spPr>
        <a:xfrm>
          <a:off x="8463915" y="596281"/>
          <a:ext cx="723660" cy="7236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113D9-CA5D-4C26-9A68-CD474F790FF7}">
      <dsp:nvSpPr>
        <dsp:cNvPr id="0" name=""/>
        <dsp:cNvSpPr/>
      </dsp:nvSpPr>
      <dsp:spPr>
        <a:xfrm>
          <a:off x="7791945" y="1981573"/>
          <a:ext cx="20676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Strong architecture (DAO + Swing + MySQL)</a:t>
          </a:r>
        </a:p>
      </dsp:txBody>
      <dsp:txXfrm>
        <a:off x="7791945" y="1981573"/>
        <a:ext cx="20676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51C669-A010-40F1-A552-C7015DDA469F}">
      <dsp:nvSpPr>
        <dsp:cNvPr id="0" name=""/>
        <dsp:cNvSpPr/>
      </dsp:nvSpPr>
      <dsp:spPr>
        <a:xfrm>
          <a:off x="1072244" y="543697"/>
          <a:ext cx="930420" cy="930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1DB84-721B-455D-BD7C-11E597B4B298}">
      <dsp:nvSpPr>
        <dsp:cNvPr id="0" name=""/>
        <dsp:cNvSpPr/>
      </dsp:nvSpPr>
      <dsp:spPr>
        <a:xfrm>
          <a:off x="503654" y="1765369"/>
          <a:ext cx="20676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Mobile app (Android/iOS)</a:t>
          </a:r>
        </a:p>
      </dsp:txBody>
      <dsp:txXfrm>
        <a:off x="503654" y="1765369"/>
        <a:ext cx="2067600" cy="720000"/>
      </dsp:txXfrm>
    </dsp:sp>
    <dsp:sp modelId="{3018B65C-8428-43C2-8015-E33C3A86BC8C}">
      <dsp:nvSpPr>
        <dsp:cNvPr id="0" name=""/>
        <dsp:cNvSpPr/>
      </dsp:nvSpPr>
      <dsp:spPr>
        <a:xfrm>
          <a:off x="3501674" y="543697"/>
          <a:ext cx="930420" cy="930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A51F7-9EDA-4A3B-B9CE-9A98630A3B08}">
      <dsp:nvSpPr>
        <dsp:cNvPr id="0" name=""/>
        <dsp:cNvSpPr/>
      </dsp:nvSpPr>
      <dsp:spPr>
        <a:xfrm>
          <a:off x="2933084" y="1765369"/>
          <a:ext cx="20676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Cloud sync &amp; dashboards</a:t>
          </a:r>
        </a:p>
      </dsp:txBody>
      <dsp:txXfrm>
        <a:off x="2933084" y="1765369"/>
        <a:ext cx="2067600" cy="720000"/>
      </dsp:txXfrm>
    </dsp:sp>
    <dsp:sp modelId="{28503AC9-677E-4475-AEE3-612D01D03829}">
      <dsp:nvSpPr>
        <dsp:cNvPr id="0" name=""/>
        <dsp:cNvSpPr/>
      </dsp:nvSpPr>
      <dsp:spPr>
        <a:xfrm>
          <a:off x="5931104" y="543697"/>
          <a:ext cx="930420" cy="930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78C2F-3F7D-4F44-AEF0-84CC7FC94164}">
      <dsp:nvSpPr>
        <dsp:cNvPr id="0" name=""/>
        <dsp:cNvSpPr/>
      </dsp:nvSpPr>
      <dsp:spPr>
        <a:xfrm>
          <a:off x="5362514" y="1765369"/>
          <a:ext cx="20676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Food DB imports &amp; barcode scanning</a:t>
          </a:r>
        </a:p>
      </dsp:txBody>
      <dsp:txXfrm>
        <a:off x="5362514" y="1765369"/>
        <a:ext cx="2067600" cy="720000"/>
      </dsp:txXfrm>
    </dsp:sp>
    <dsp:sp modelId="{C5F8DFA6-C4E0-401E-A403-74AFD0CEAC30}">
      <dsp:nvSpPr>
        <dsp:cNvPr id="0" name=""/>
        <dsp:cNvSpPr/>
      </dsp:nvSpPr>
      <dsp:spPr>
        <a:xfrm>
          <a:off x="8360535" y="543697"/>
          <a:ext cx="930420" cy="930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3D58E-9F88-4891-BE07-8FA234C2E12F}">
      <dsp:nvSpPr>
        <dsp:cNvPr id="0" name=""/>
        <dsp:cNvSpPr/>
      </dsp:nvSpPr>
      <dsp:spPr>
        <a:xfrm>
          <a:off x="7791945" y="1765369"/>
          <a:ext cx="20676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Notifications &amp; reminders</a:t>
          </a:r>
        </a:p>
      </dsp:txBody>
      <dsp:txXfrm>
        <a:off x="7791945" y="1765369"/>
        <a:ext cx="20676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78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7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2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6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7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4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70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1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72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0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145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32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16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64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60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94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16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4ECC-80DC-728E-8FFA-54FE64573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6AD64-503E-A4AF-6318-68FE6D811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BBDB0-1ADA-A167-B46D-978634E47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6EABC-2001-6D14-C70E-E8F396E4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49853-F6E8-9D5F-7DF9-3098EDD8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565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218E-60A0-5A57-6E34-FB46F3CBF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4B880-E8EE-B5FA-9CC0-D98782228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F2010-1EEC-D1E0-2D50-C76AF1253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5EE25-B88C-CC7E-2943-A4618DC39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8E314-6198-2271-2B71-B349DCCF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5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E1DC-E6FD-7FE1-F2DB-A6229689E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2966E-6030-0598-BB1A-B84B940FC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8154F-BAF6-429D-6156-4EA9B07D6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723F9-AC02-4252-95BC-2D9F1B4B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83C76-8ED1-A55F-FAAB-9A89AF60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326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6747-8944-33B4-D5F1-42DE3A68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613F0-9139-14AD-4941-9558EA10A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D34F7-F6CD-1F96-7921-31E9AB81F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042AD-A3C2-CAFF-26B0-A8547FF23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4C0A1-7ED6-3C6E-3C47-5B7991C13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270BF-74C4-94D6-2619-832D991B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266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2D78-B384-674F-BAE9-64B1BF281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DDBFD-63E7-2EFB-2E9E-8ECC9716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CC858-2ADD-04B6-3ED7-BF25F5925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FBCB6E-4DA3-7AA9-EAE3-BC470286A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167E88-2ACA-8714-445A-C77E9724D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B4A0DE-DD6A-20A2-F510-56F5CCB1B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F7868-E267-E00E-638B-F5B53471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AF109-C944-A8CF-33AB-6071A475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541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4A03-032D-B8D5-08B5-9B216EA04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DCE4B-B975-BEA1-85CD-7C09CB4B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ED240-5255-7217-F4E2-9FFE7DF12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AA39F-70F2-B934-5E7F-3DC936D5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986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795557-A662-6553-0719-04303D7F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4C4167-B686-B6FE-380B-3536CC2D4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CD27B-CC5C-505A-2F1E-546D462B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359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889F-C96B-D358-F631-AC700C9E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25CC7-A9ED-7448-173B-3ABDC923C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6A121-818C-A2D3-D318-C21B480A5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619C4-C166-4A58-C680-290629B7D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B31AC-6CB0-4451-32F7-DC0E0942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732A2-9F94-38AD-3250-85F33B0F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737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6EA2F-C782-5DFE-92BC-5A685AB75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6622DC-D845-38C0-79B0-BC4E2AF6F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21D1C-6191-177D-03C3-EA46E9F1E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17104-85DF-FAA5-5A61-4F9852453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05847-6614-2C4F-18FA-AD97F421D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21187-B179-163B-5A61-7E9A9EAB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425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231B7-2971-25FE-D032-3255B0B7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426BD-8DF1-DDCE-5F07-9D3633628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9455B-561F-3023-E22A-4DF9ACA1F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B9885-358A-555B-6DB5-67F316C8A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5AF60-C646-51BA-73E0-96FA8313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581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9C17D4-4FBC-5107-A808-CA2F7687B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90840-CE07-9661-0788-89C7E0BE5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391-7171-D5DB-2007-A1232867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B4DB2-C856-9E34-0940-2BAC9332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3926A-7CBB-B362-69B0-0AD48946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5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53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28A7F-564B-4DAC-3AB8-EF8FE20B0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D55E-72BC-A66E-F2AD-69F1EA08B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45ABB-8BB8-BDD0-2183-E83A4FEEB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2A91A-96B5-4140-885A-07A0855CBCA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FC5E0-64A2-A11F-E41C-32870CAD0F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6730D-0863-0EDA-7A19-1B6649890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D7E699-ADF3-4575-A033-F9684FEE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7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fruits and vegetables&#10;&#10;AI-generated content may be incorrect.">
            <a:extLst>
              <a:ext uri="{FF2B5EF4-FFF2-40B4-BE49-F238E27FC236}">
                <a16:creationId xmlns:a16="http://schemas.microsoft.com/office/drawing/2014/main" id="{C5E3ACF8-72CF-D5B2-58FA-157DA9D0B9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0" b="3721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09BBB1-D760-15ED-EB74-0859231F3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 Java Desktop Application for Food &amp; Nutrient Tracking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0B46F-924A-3289-6724-B7E6C9BFF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Abhilekh Subedi</a:t>
            </a:r>
          </a:p>
        </p:txBody>
      </p:sp>
    </p:spTree>
    <p:extLst>
      <p:ext uri="{BB962C8B-B14F-4D97-AF65-F5344CB8AC3E}">
        <p14:creationId xmlns:p14="http://schemas.microsoft.com/office/powerpoint/2010/main" val="2948863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BD25-E531-27A4-FA1E-AF5768B1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C0989A-1EAF-DD08-851F-E2DC3B3883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179434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7478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A1CC-8059-10D8-8A2B-CE4E4009D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F1E65D-7057-9623-4079-2EE7B30E4D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176399"/>
              </p:ext>
            </p:extLst>
          </p:nvPr>
        </p:nvGraphicFramePr>
        <p:xfrm>
          <a:off x="913775" y="2367093"/>
          <a:ext cx="10364452" cy="3424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303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24501-4967-E11A-1224-12EA32F37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dirty="0"/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143983-2A37-6F2D-C72F-03AA8A929E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984191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3113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74CF5-1D7C-3798-CF5D-38D709BD4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dirty="0"/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E16D5D-FA15-D4B6-E445-BC29E8778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626777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5233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54346-5045-AF54-A791-5B6421BF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EAD5F9-D78A-2533-A1CC-2EDED57A81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111511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9693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34B2-5E03-FC0B-4C9F-CEC1B8341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dirty="0"/>
              <a:t>Future upgrades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A5A96D-503C-60B6-EE35-7688DDFD29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000879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914010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26</TotalTime>
  <Words>179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Tw Cen MT</vt:lpstr>
      <vt:lpstr>Droplet</vt:lpstr>
      <vt:lpstr>Office Theme</vt:lpstr>
      <vt:lpstr>A Java Desktop Application for Food &amp; Nutrient Tracking</vt:lpstr>
      <vt:lpstr>Introduction</vt:lpstr>
      <vt:lpstr>Problem statement</vt:lpstr>
      <vt:lpstr>Objectives</vt:lpstr>
      <vt:lpstr>System architecture</vt:lpstr>
      <vt:lpstr>Conclusion</vt:lpstr>
      <vt:lpstr>Future upgrades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Abhilekh Subedi</dc:creator>
  <cp:lastModifiedBy>Abhilekh Subedi</cp:lastModifiedBy>
  <cp:revision>1</cp:revision>
  <dcterms:created xsi:type="dcterms:W3CDTF">2025-08-23T16:21:50Z</dcterms:created>
  <dcterms:modified xsi:type="dcterms:W3CDTF">2025-08-23T16:47:59Z</dcterms:modified>
</cp:coreProperties>
</file>